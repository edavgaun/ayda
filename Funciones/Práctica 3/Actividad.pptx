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0" r:id="rId2"/>
    <p:sldId id="256" r:id="rId3"/>
    <p:sldId id="265" r:id="rId4"/>
    <p:sldId id="262" r:id="rId5"/>
    <p:sldId id="264" r:id="rId6"/>
    <p:sldId id="268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r>
            <a:rPr lang="es-MX" dirty="0"/>
            <a:t>El </a:t>
          </a:r>
          <a:r>
            <a:rPr lang="es-MX" dirty="0" err="1"/>
            <a:t>main</a:t>
          </a:r>
          <a:r>
            <a:rPr lang="es-MX" dirty="0"/>
            <a:t> solo debe contener la lectura del archivo, el uso de las funciones y la escritura del archivo con las respuestas. No puede contener información de otro tipo. No se puede usar código que no se haya visto </a:t>
          </a:r>
          <a:r>
            <a:rPr lang="es-MX"/>
            <a:t>en clase.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1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1"/>
      <dgm:spPr/>
    </dgm:pt>
    <dgm:pt modelId="{133168E0-E37B-4A9E-8EAE-063B1CF5FA3F}" type="pres">
      <dgm:prSet presAssocID="{EB9EA35F-9EA8-442A-80CD-A2CA80078A40}" presName="vert1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r>
            <a:rPr lang="es-MX" dirty="0"/>
            <a:t>Determinar el número de caracteres que tiene el archivo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2B0208F1-9119-4624-9ADD-02B902C3D234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lineas</a:t>
          </a:r>
          <a:r>
            <a:rPr lang="en-US" dirty="0"/>
            <a:t> que </a:t>
          </a:r>
          <a:r>
            <a:rPr lang="en-US" dirty="0" err="1"/>
            <a:t>contiene</a:t>
          </a:r>
          <a:r>
            <a:rPr lang="en-US" dirty="0"/>
            <a:t> el </a:t>
          </a:r>
          <a:r>
            <a:rPr lang="en-US" dirty="0" err="1"/>
            <a:t>texto</a:t>
          </a:r>
          <a:r>
            <a:rPr lang="en-US" dirty="0"/>
            <a:t>.</a:t>
          </a:r>
        </a:p>
      </dgm:t>
    </dgm:pt>
    <dgm:pt modelId="{042BB07E-49ED-4AA8-B09B-BE29399BD80D}" type="parTrans" cxnId="{8135F0FB-1A65-4E99-82A3-82FDFA94E23F}">
      <dgm:prSet/>
      <dgm:spPr/>
      <dgm:t>
        <a:bodyPr/>
        <a:lstStyle/>
        <a:p>
          <a:endParaRPr lang="es-MX"/>
        </a:p>
      </dgm:t>
    </dgm:pt>
    <dgm:pt modelId="{E4439C89-1C6F-4A06-85EE-DED071C60835}" type="sibTrans" cxnId="{8135F0FB-1A65-4E99-82A3-82FDFA94E23F}">
      <dgm:prSet/>
      <dgm:spPr/>
      <dgm:t>
        <a:bodyPr/>
        <a:lstStyle/>
        <a:p>
          <a:endParaRPr lang="es-MX"/>
        </a:p>
      </dgm:t>
    </dgm:pt>
    <dgm:pt modelId="{34FDF65A-745B-4DCD-BF4A-220C93CBFE93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palabras.</a:t>
          </a:r>
        </a:p>
      </dgm:t>
    </dgm:pt>
    <dgm:pt modelId="{77E8ADA9-7958-4B0F-B507-3F9D568B7CC3}" type="parTrans" cxnId="{B1047A71-D166-4646-89DB-F7D2D26FF92A}">
      <dgm:prSet/>
      <dgm:spPr/>
      <dgm:t>
        <a:bodyPr/>
        <a:lstStyle/>
        <a:p>
          <a:endParaRPr lang="es-MX"/>
        </a:p>
      </dgm:t>
    </dgm:pt>
    <dgm:pt modelId="{77536A0B-4FF8-4578-B9F3-A90859D0E4C7}" type="sibTrans" cxnId="{B1047A71-D166-4646-89DB-F7D2D26FF92A}">
      <dgm:prSet/>
      <dgm:spPr/>
      <dgm:t>
        <a:bodyPr/>
        <a:lstStyle/>
        <a:p>
          <a:endParaRPr lang="es-MX"/>
        </a:p>
      </dgm:t>
    </dgm:pt>
    <dgm:pt modelId="{1B4D50D8-E8C5-4163-8BD8-9670259BE932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cada</a:t>
          </a:r>
          <a:r>
            <a:rPr lang="en-US" dirty="0"/>
            <a:t> una de las </a:t>
          </a:r>
          <a:r>
            <a:rPr lang="en-US" dirty="0" err="1"/>
            <a:t>letras</a:t>
          </a:r>
          <a:r>
            <a:rPr lang="en-US" dirty="0"/>
            <a:t> del </a:t>
          </a:r>
          <a:r>
            <a:rPr lang="en-US" dirty="0" err="1"/>
            <a:t>alfabeto</a:t>
          </a:r>
          <a:r>
            <a:rPr lang="en-US" dirty="0"/>
            <a:t> que se </a:t>
          </a:r>
          <a:r>
            <a:rPr lang="en-US" dirty="0" err="1"/>
            <a:t>usaron</a:t>
          </a:r>
          <a:r>
            <a:rPr lang="en-US" dirty="0"/>
            <a:t>.</a:t>
          </a:r>
        </a:p>
      </dgm:t>
    </dgm:pt>
    <dgm:pt modelId="{4173D6C8-5F41-4AA2-9F2A-2518424CC5C9}" type="parTrans" cxnId="{A0703D6E-F06B-4610-AE2D-61A65D0915AB}">
      <dgm:prSet/>
      <dgm:spPr/>
      <dgm:t>
        <a:bodyPr/>
        <a:lstStyle/>
        <a:p>
          <a:endParaRPr lang="es-MX"/>
        </a:p>
      </dgm:t>
    </dgm:pt>
    <dgm:pt modelId="{9EFD8E18-C0AA-4569-B8BD-28756F00A0F2}" type="sibTrans" cxnId="{A0703D6E-F06B-4610-AE2D-61A65D0915AB}">
      <dgm:prSet/>
      <dgm:spPr/>
      <dgm:t>
        <a:bodyPr/>
        <a:lstStyle/>
        <a:p>
          <a:endParaRPr lang="es-MX"/>
        </a:p>
      </dgm:t>
    </dgm:pt>
    <dgm:pt modelId="{F244BA34-72F9-4780-86DD-7550E1A0C63F}">
      <dgm:prSet/>
      <dgm:spPr/>
      <dgm:t>
        <a:bodyPr/>
        <a:lstStyle/>
        <a:p>
          <a:r>
            <a:rPr lang="en-US" dirty="0" err="1"/>
            <a:t>Deterinar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signos</a:t>
          </a:r>
          <a:r>
            <a:rPr lang="en-US" dirty="0"/>
            <a:t> de </a:t>
          </a:r>
          <a:r>
            <a:rPr lang="en-US" dirty="0" err="1"/>
            <a:t>puntuación</a:t>
          </a:r>
          <a:r>
            <a:rPr lang="en-US" dirty="0"/>
            <a:t> que se </a:t>
          </a:r>
          <a:r>
            <a:rPr lang="en-US" dirty="0" err="1"/>
            <a:t>usaron</a:t>
          </a:r>
          <a:r>
            <a:rPr lang="en-US" dirty="0"/>
            <a:t>.</a:t>
          </a:r>
        </a:p>
      </dgm:t>
    </dgm:pt>
    <dgm:pt modelId="{87E03890-4D93-4403-83A5-D8176B237B44}" type="parTrans" cxnId="{166078F0-7DEA-4107-B996-89FE67B06902}">
      <dgm:prSet/>
      <dgm:spPr/>
      <dgm:t>
        <a:bodyPr/>
        <a:lstStyle/>
        <a:p>
          <a:endParaRPr lang="es-MX"/>
        </a:p>
      </dgm:t>
    </dgm:pt>
    <dgm:pt modelId="{261B5A39-27BB-4005-B146-5A6187A68E72}" type="sibTrans" cxnId="{166078F0-7DEA-4107-B996-89FE67B06902}">
      <dgm:prSet/>
      <dgm:spPr/>
      <dgm:t>
        <a:bodyPr/>
        <a:lstStyle/>
        <a:p>
          <a:endParaRPr lang="es-MX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5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5"/>
      <dgm:spPr/>
    </dgm:pt>
    <dgm:pt modelId="{133168E0-E37B-4A9E-8EAE-063B1CF5FA3F}" type="pres">
      <dgm:prSet presAssocID="{EB9EA35F-9EA8-442A-80CD-A2CA80078A40}" presName="vert1" presStyleCnt="0"/>
      <dgm:spPr/>
    </dgm:pt>
    <dgm:pt modelId="{31105F5E-756D-4DE9-AF16-D83377786D2C}" type="pres">
      <dgm:prSet presAssocID="{2B0208F1-9119-4624-9ADD-02B902C3D234}" presName="thickLine" presStyleLbl="alignNode1" presStyleIdx="1" presStyleCnt="5"/>
      <dgm:spPr/>
    </dgm:pt>
    <dgm:pt modelId="{FA818B5B-AC56-4FFE-9727-E0775FCC7A3D}" type="pres">
      <dgm:prSet presAssocID="{2B0208F1-9119-4624-9ADD-02B902C3D234}" presName="horz1" presStyleCnt="0"/>
      <dgm:spPr/>
    </dgm:pt>
    <dgm:pt modelId="{642BA232-54C2-4B60-A5EB-4434899C8281}" type="pres">
      <dgm:prSet presAssocID="{2B0208F1-9119-4624-9ADD-02B902C3D234}" presName="tx1" presStyleLbl="revTx" presStyleIdx="1" presStyleCnt="5"/>
      <dgm:spPr/>
    </dgm:pt>
    <dgm:pt modelId="{4A335B68-44E9-4644-B81F-D242810D02F3}" type="pres">
      <dgm:prSet presAssocID="{2B0208F1-9119-4624-9ADD-02B902C3D234}" presName="vert1" presStyleCnt="0"/>
      <dgm:spPr/>
    </dgm:pt>
    <dgm:pt modelId="{25D74C41-AEBB-423D-9E24-A286254416C5}" type="pres">
      <dgm:prSet presAssocID="{34FDF65A-745B-4DCD-BF4A-220C93CBFE93}" presName="thickLine" presStyleLbl="alignNode1" presStyleIdx="2" presStyleCnt="5"/>
      <dgm:spPr/>
    </dgm:pt>
    <dgm:pt modelId="{DDF105A7-01B2-47A6-BCD7-F0BEBF5683CD}" type="pres">
      <dgm:prSet presAssocID="{34FDF65A-745B-4DCD-BF4A-220C93CBFE93}" presName="horz1" presStyleCnt="0"/>
      <dgm:spPr/>
    </dgm:pt>
    <dgm:pt modelId="{A6DB2A08-2031-4176-988E-16ADCB0D0328}" type="pres">
      <dgm:prSet presAssocID="{34FDF65A-745B-4DCD-BF4A-220C93CBFE93}" presName="tx1" presStyleLbl="revTx" presStyleIdx="2" presStyleCnt="5"/>
      <dgm:spPr/>
    </dgm:pt>
    <dgm:pt modelId="{A93937EC-D14A-41CF-8C2E-A9B43607477B}" type="pres">
      <dgm:prSet presAssocID="{34FDF65A-745B-4DCD-BF4A-220C93CBFE93}" presName="vert1" presStyleCnt="0"/>
      <dgm:spPr/>
    </dgm:pt>
    <dgm:pt modelId="{A53FFDBC-1F97-48A6-8E1D-CF13463FF2BD}" type="pres">
      <dgm:prSet presAssocID="{1B4D50D8-E8C5-4163-8BD8-9670259BE932}" presName="thickLine" presStyleLbl="alignNode1" presStyleIdx="3" presStyleCnt="5"/>
      <dgm:spPr/>
    </dgm:pt>
    <dgm:pt modelId="{F30FC30D-5857-41CB-BCB0-B54B8BB6F5AE}" type="pres">
      <dgm:prSet presAssocID="{1B4D50D8-E8C5-4163-8BD8-9670259BE932}" presName="horz1" presStyleCnt="0"/>
      <dgm:spPr/>
    </dgm:pt>
    <dgm:pt modelId="{2175D315-42F9-45B3-86DB-EE4CF6499130}" type="pres">
      <dgm:prSet presAssocID="{1B4D50D8-E8C5-4163-8BD8-9670259BE932}" presName="tx1" presStyleLbl="revTx" presStyleIdx="3" presStyleCnt="5"/>
      <dgm:spPr/>
    </dgm:pt>
    <dgm:pt modelId="{D9293DDF-3270-43EF-A70B-A5467B6D6769}" type="pres">
      <dgm:prSet presAssocID="{1B4D50D8-E8C5-4163-8BD8-9670259BE932}" presName="vert1" presStyleCnt="0"/>
      <dgm:spPr/>
    </dgm:pt>
    <dgm:pt modelId="{FED944AC-A527-47AE-9BF8-C7641332922F}" type="pres">
      <dgm:prSet presAssocID="{F244BA34-72F9-4780-86DD-7550E1A0C63F}" presName="thickLine" presStyleLbl="alignNode1" presStyleIdx="4" presStyleCnt="5"/>
      <dgm:spPr/>
    </dgm:pt>
    <dgm:pt modelId="{2112EF70-70E2-46E5-A3CD-293B330DB6F3}" type="pres">
      <dgm:prSet presAssocID="{F244BA34-72F9-4780-86DD-7550E1A0C63F}" presName="horz1" presStyleCnt="0"/>
      <dgm:spPr/>
    </dgm:pt>
    <dgm:pt modelId="{7BF7721C-09B1-4975-B6B9-564649D0BA2B}" type="pres">
      <dgm:prSet presAssocID="{F244BA34-72F9-4780-86DD-7550E1A0C63F}" presName="tx1" presStyleLbl="revTx" presStyleIdx="4" presStyleCnt="5"/>
      <dgm:spPr/>
    </dgm:pt>
    <dgm:pt modelId="{AAF1461C-CBAA-49C6-8A77-240F87EFC7F1}" type="pres">
      <dgm:prSet presAssocID="{F244BA34-72F9-4780-86DD-7550E1A0C63F}" presName="vert1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C13AC02A-5180-4D33-8DAD-2A05904F9081}" type="presOf" srcId="{F244BA34-72F9-4780-86DD-7550E1A0C63F}" destId="{7BF7721C-09B1-4975-B6B9-564649D0BA2B}" srcOrd="0" destOrd="0" presId="urn:microsoft.com/office/officeart/2008/layout/LinedList"/>
    <dgm:cxn modelId="{A0703D6E-F06B-4610-AE2D-61A65D0915AB}" srcId="{0D1A17E4-57F9-492C-9CD6-E9B369BE60F9}" destId="{1B4D50D8-E8C5-4163-8BD8-9670259BE932}" srcOrd="3" destOrd="0" parTransId="{4173D6C8-5F41-4AA2-9F2A-2518424CC5C9}" sibTransId="{9EFD8E18-C0AA-4569-B8BD-28756F00A0F2}"/>
    <dgm:cxn modelId="{B1047A71-D166-4646-89DB-F7D2D26FF92A}" srcId="{0D1A17E4-57F9-492C-9CD6-E9B369BE60F9}" destId="{34FDF65A-745B-4DCD-BF4A-220C93CBFE93}" srcOrd="2" destOrd="0" parTransId="{77E8ADA9-7958-4B0F-B507-3F9D568B7CC3}" sibTransId="{77536A0B-4FF8-4578-B9F3-A90859D0E4C7}"/>
    <dgm:cxn modelId="{BF79747A-7B3C-4DEC-993B-4CC75CB9F2A0}" type="presOf" srcId="{1B4D50D8-E8C5-4163-8BD8-9670259BE932}" destId="{2175D315-42F9-45B3-86DB-EE4CF6499130}" srcOrd="0" destOrd="0" presId="urn:microsoft.com/office/officeart/2008/layout/LinedList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A72EE8EB-A6B7-4352-AF1C-2A50CF92AE15}" type="presOf" srcId="{2B0208F1-9119-4624-9ADD-02B902C3D234}" destId="{642BA232-54C2-4B60-A5EB-4434899C8281}" srcOrd="0" destOrd="0" presId="urn:microsoft.com/office/officeart/2008/layout/LinedList"/>
    <dgm:cxn modelId="{166078F0-7DEA-4107-B996-89FE67B06902}" srcId="{0D1A17E4-57F9-492C-9CD6-E9B369BE60F9}" destId="{F244BA34-72F9-4780-86DD-7550E1A0C63F}" srcOrd="4" destOrd="0" parTransId="{87E03890-4D93-4403-83A5-D8176B237B44}" sibTransId="{261B5A39-27BB-4005-B146-5A6187A68E72}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37D78F8-7B7E-49F3-B8DB-BBB22935A6EB}" type="presOf" srcId="{34FDF65A-745B-4DCD-BF4A-220C93CBFE93}" destId="{A6DB2A08-2031-4176-988E-16ADCB0D0328}" srcOrd="0" destOrd="0" presId="urn:microsoft.com/office/officeart/2008/layout/LinedList"/>
    <dgm:cxn modelId="{8135F0FB-1A65-4E99-82A3-82FDFA94E23F}" srcId="{0D1A17E4-57F9-492C-9CD6-E9B369BE60F9}" destId="{2B0208F1-9119-4624-9ADD-02B902C3D234}" srcOrd="1" destOrd="0" parTransId="{042BB07E-49ED-4AA8-B09B-BE29399BD80D}" sibTransId="{E4439C89-1C6F-4A06-85EE-DED071C60835}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  <dgm:cxn modelId="{025FDD0D-DE55-45CB-A205-D1FD234DC3A8}" type="presParOf" srcId="{6ECB68C0-1580-4580-9C13-EEE207AF78A4}" destId="{31105F5E-756D-4DE9-AF16-D83377786D2C}" srcOrd="2" destOrd="0" presId="urn:microsoft.com/office/officeart/2008/layout/LinedList"/>
    <dgm:cxn modelId="{D1AE96C3-F343-4779-857E-2D0FE6C19389}" type="presParOf" srcId="{6ECB68C0-1580-4580-9C13-EEE207AF78A4}" destId="{FA818B5B-AC56-4FFE-9727-E0775FCC7A3D}" srcOrd="3" destOrd="0" presId="urn:microsoft.com/office/officeart/2008/layout/LinedList"/>
    <dgm:cxn modelId="{0AE3FFE1-3D20-492E-82B9-6A2F8EC59944}" type="presParOf" srcId="{FA818B5B-AC56-4FFE-9727-E0775FCC7A3D}" destId="{642BA232-54C2-4B60-A5EB-4434899C8281}" srcOrd="0" destOrd="0" presId="urn:microsoft.com/office/officeart/2008/layout/LinedList"/>
    <dgm:cxn modelId="{47DC5C2E-5A63-423B-8554-179506FDD73A}" type="presParOf" srcId="{FA818B5B-AC56-4FFE-9727-E0775FCC7A3D}" destId="{4A335B68-44E9-4644-B81F-D242810D02F3}" srcOrd="1" destOrd="0" presId="urn:microsoft.com/office/officeart/2008/layout/LinedList"/>
    <dgm:cxn modelId="{721B720C-E58A-41EA-A933-76718C43513A}" type="presParOf" srcId="{6ECB68C0-1580-4580-9C13-EEE207AF78A4}" destId="{25D74C41-AEBB-423D-9E24-A286254416C5}" srcOrd="4" destOrd="0" presId="urn:microsoft.com/office/officeart/2008/layout/LinedList"/>
    <dgm:cxn modelId="{F5A46F9D-7300-4F4E-B501-1EED09587C88}" type="presParOf" srcId="{6ECB68C0-1580-4580-9C13-EEE207AF78A4}" destId="{DDF105A7-01B2-47A6-BCD7-F0BEBF5683CD}" srcOrd="5" destOrd="0" presId="urn:microsoft.com/office/officeart/2008/layout/LinedList"/>
    <dgm:cxn modelId="{2DA9CB42-4116-4FE4-8B2E-3BFCC509186C}" type="presParOf" srcId="{DDF105A7-01B2-47A6-BCD7-F0BEBF5683CD}" destId="{A6DB2A08-2031-4176-988E-16ADCB0D0328}" srcOrd="0" destOrd="0" presId="urn:microsoft.com/office/officeart/2008/layout/LinedList"/>
    <dgm:cxn modelId="{E4955A39-5D05-40C3-A9DD-4908F4177700}" type="presParOf" srcId="{DDF105A7-01B2-47A6-BCD7-F0BEBF5683CD}" destId="{A93937EC-D14A-41CF-8C2E-A9B43607477B}" srcOrd="1" destOrd="0" presId="urn:microsoft.com/office/officeart/2008/layout/LinedList"/>
    <dgm:cxn modelId="{416D8C9F-225F-4A8C-8188-737CAAC63F6B}" type="presParOf" srcId="{6ECB68C0-1580-4580-9C13-EEE207AF78A4}" destId="{A53FFDBC-1F97-48A6-8E1D-CF13463FF2BD}" srcOrd="6" destOrd="0" presId="urn:microsoft.com/office/officeart/2008/layout/LinedList"/>
    <dgm:cxn modelId="{3A99C4F4-044D-42F5-98BB-3BFFAF11D6A6}" type="presParOf" srcId="{6ECB68C0-1580-4580-9C13-EEE207AF78A4}" destId="{F30FC30D-5857-41CB-BCB0-B54B8BB6F5AE}" srcOrd="7" destOrd="0" presId="urn:microsoft.com/office/officeart/2008/layout/LinedList"/>
    <dgm:cxn modelId="{2EC113A1-1814-4D91-953C-5FDEDC8F8723}" type="presParOf" srcId="{F30FC30D-5857-41CB-BCB0-B54B8BB6F5AE}" destId="{2175D315-42F9-45B3-86DB-EE4CF6499130}" srcOrd="0" destOrd="0" presId="urn:microsoft.com/office/officeart/2008/layout/LinedList"/>
    <dgm:cxn modelId="{E51A1BE4-CEFC-4B95-956C-83F498A54382}" type="presParOf" srcId="{F30FC30D-5857-41CB-BCB0-B54B8BB6F5AE}" destId="{D9293DDF-3270-43EF-A70B-A5467B6D6769}" srcOrd="1" destOrd="0" presId="urn:microsoft.com/office/officeart/2008/layout/LinedList"/>
    <dgm:cxn modelId="{420B46C4-69F8-4231-A450-B586689C2810}" type="presParOf" srcId="{6ECB68C0-1580-4580-9C13-EEE207AF78A4}" destId="{FED944AC-A527-47AE-9BF8-C7641332922F}" srcOrd="8" destOrd="0" presId="urn:microsoft.com/office/officeart/2008/layout/LinedList"/>
    <dgm:cxn modelId="{6FB0A108-45F7-47C6-8C53-F015AD0EA786}" type="presParOf" srcId="{6ECB68C0-1580-4580-9C13-EEE207AF78A4}" destId="{2112EF70-70E2-46E5-A3CD-293B330DB6F3}" srcOrd="9" destOrd="0" presId="urn:microsoft.com/office/officeart/2008/layout/LinedList"/>
    <dgm:cxn modelId="{5F9D3287-842D-4064-982D-F06AAFE6911E}" type="presParOf" srcId="{2112EF70-70E2-46E5-A3CD-293B330DB6F3}" destId="{7BF7721C-09B1-4975-B6B9-564649D0BA2B}" srcOrd="0" destOrd="0" presId="urn:microsoft.com/office/officeart/2008/layout/LinedList"/>
    <dgm:cxn modelId="{13F18734-E755-488A-BEB9-8BC91F27B9DE}" type="presParOf" srcId="{2112EF70-70E2-46E5-A3CD-293B330DB6F3}" destId="{AAF1461C-CBAA-49C6-8A77-240F87EFC7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r>
            <a:rPr lang="es-MX" dirty="0"/>
            <a:t>Determinar el número de caracteres especiales que no reconoció C#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FD1BFD5A-035B-4334-BFAB-0F0124A83CFE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veces</a:t>
          </a:r>
          <a:r>
            <a:rPr lang="en-US" dirty="0"/>
            <a:t> que se </a:t>
          </a:r>
          <a:r>
            <a:rPr lang="en-US" dirty="0" err="1"/>
            <a:t>usó</a:t>
          </a:r>
          <a:r>
            <a:rPr lang="en-US" dirty="0"/>
            <a:t> la palabra México</a:t>
          </a:r>
        </a:p>
      </dgm:t>
    </dgm:pt>
    <dgm:pt modelId="{25A41DBD-55A5-4E02-B108-D5924F60C90F}" type="parTrans" cxnId="{19F632BC-FFEA-4CAC-A8D5-4E333B080EF5}">
      <dgm:prSet/>
      <dgm:spPr/>
      <dgm:t>
        <a:bodyPr/>
        <a:lstStyle/>
        <a:p>
          <a:endParaRPr lang="es-MX"/>
        </a:p>
      </dgm:t>
    </dgm:pt>
    <dgm:pt modelId="{C509DEAF-9E9E-4260-BA4E-1D94CEFFFE8F}" type="sibTrans" cxnId="{19F632BC-FFEA-4CAC-A8D5-4E333B080EF5}">
      <dgm:prSet/>
      <dgm:spPr/>
      <dgm:t>
        <a:bodyPr/>
        <a:lstStyle/>
        <a:p>
          <a:endParaRPr lang="es-MX"/>
        </a:p>
      </dgm:t>
    </dgm:pt>
    <dgm:pt modelId="{4BCDBEE9-2051-42BA-87DB-836C6780BD65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conjunciones</a:t>
          </a:r>
          <a:r>
            <a:rPr lang="en-US" dirty="0"/>
            <a:t> que se </a:t>
          </a:r>
          <a:r>
            <a:rPr lang="en-US" dirty="0" err="1"/>
            <a:t>usaron</a:t>
          </a:r>
          <a:r>
            <a:rPr lang="en-US" dirty="0"/>
            <a:t>.</a:t>
          </a:r>
        </a:p>
      </dgm:t>
    </dgm:pt>
    <dgm:pt modelId="{0FF0065F-F784-4A5A-9AD5-AEED570484FF}" type="parTrans" cxnId="{87E6493A-4F17-4FAE-94D6-1BCD0A4AF16F}">
      <dgm:prSet/>
      <dgm:spPr/>
      <dgm:t>
        <a:bodyPr/>
        <a:lstStyle/>
        <a:p>
          <a:endParaRPr lang="es-MX"/>
        </a:p>
      </dgm:t>
    </dgm:pt>
    <dgm:pt modelId="{9F65D1F7-B18B-4A86-B8D7-6E83D316F92E}" type="sibTrans" cxnId="{87E6493A-4F17-4FAE-94D6-1BCD0A4AF16F}">
      <dgm:prSet/>
      <dgm:spPr/>
      <dgm:t>
        <a:bodyPr/>
        <a:lstStyle/>
        <a:p>
          <a:endParaRPr lang="es-MX"/>
        </a:p>
      </dgm:t>
    </dgm:pt>
    <dgm:pt modelId="{343709E1-7A8F-4BDE-A8D1-96BB6161CC73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la </a:t>
          </a:r>
          <a:r>
            <a:rPr lang="en-US" dirty="0" err="1"/>
            <a:t>proporción</a:t>
          </a:r>
          <a:r>
            <a:rPr lang="en-US" dirty="0"/>
            <a:t> que </a:t>
          </a:r>
          <a:r>
            <a:rPr lang="en-US" dirty="0" err="1"/>
            <a:t>representan</a:t>
          </a:r>
          <a:r>
            <a:rPr lang="en-US" dirty="0"/>
            <a:t> las </a:t>
          </a:r>
          <a:r>
            <a:rPr lang="en-US" dirty="0" err="1"/>
            <a:t>conjunciones</a:t>
          </a:r>
          <a:r>
            <a:rPr lang="en-US" dirty="0"/>
            <a:t> con respect al total de palabras.</a:t>
          </a:r>
        </a:p>
      </dgm:t>
    </dgm:pt>
    <dgm:pt modelId="{E820E3A6-1B58-4A44-8A24-91E0BCF19261}" type="parTrans" cxnId="{B6E82A2E-49A4-4134-97C3-907435C0858E}">
      <dgm:prSet/>
      <dgm:spPr/>
      <dgm:t>
        <a:bodyPr/>
        <a:lstStyle/>
        <a:p>
          <a:endParaRPr lang="es-MX"/>
        </a:p>
      </dgm:t>
    </dgm:pt>
    <dgm:pt modelId="{A03A823F-68F9-4B87-B50B-27279D7446BE}" type="sibTrans" cxnId="{B6E82A2E-49A4-4134-97C3-907435C0858E}">
      <dgm:prSet/>
      <dgm:spPr/>
      <dgm:t>
        <a:bodyPr/>
        <a:lstStyle/>
        <a:p>
          <a:endParaRPr lang="es-MX"/>
        </a:p>
      </dgm:t>
    </dgm:pt>
    <dgm:pt modelId="{D72AA53B-17E9-4A00-8E98-C5960E920882}">
      <dgm:prSet/>
      <dgm:spPr/>
      <dgm:t>
        <a:bodyPr/>
        <a:lstStyle/>
        <a:p>
          <a:r>
            <a:rPr lang="en-US" dirty="0" err="1"/>
            <a:t>Determinar</a:t>
          </a:r>
          <a:r>
            <a:rPr lang="en-US" dirty="0"/>
            <a:t> la </a:t>
          </a:r>
          <a:r>
            <a:rPr lang="en-US" dirty="0" err="1"/>
            <a:t>proporción</a:t>
          </a:r>
          <a:r>
            <a:rPr lang="en-US" dirty="0"/>
            <a:t> que </a:t>
          </a:r>
          <a:r>
            <a:rPr lang="en-US" dirty="0" err="1"/>
            <a:t>representa</a:t>
          </a:r>
          <a:r>
            <a:rPr lang="en-US" dirty="0"/>
            <a:t> la palabra México contra el total de palabras</a:t>
          </a:r>
        </a:p>
      </dgm:t>
    </dgm:pt>
    <dgm:pt modelId="{F0DC522F-E86B-4536-8AEF-00EC1DF1DC55}" type="parTrans" cxnId="{99FBD84F-B61D-4162-AA6B-0B41FD720892}">
      <dgm:prSet/>
      <dgm:spPr/>
      <dgm:t>
        <a:bodyPr/>
        <a:lstStyle/>
        <a:p>
          <a:endParaRPr lang="es-MX"/>
        </a:p>
      </dgm:t>
    </dgm:pt>
    <dgm:pt modelId="{2B97419D-C4D7-408D-8EBA-2648725AD1A7}" type="sibTrans" cxnId="{99FBD84F-B61D-4162-AA6B-0B41FD720892}">
      <dgm:prSet/>
      <dgm:spPr/>
      <dgm:t>
        <a:bodyPr/>
        <a:lstStyle/>
        <a:p>
          <a:endParaRPr lang="es-MX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5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5"/>
      <dgm:spPr/>
    </dgm:pt>
    <dgm:pt modelId="{133168E0-E37B-4A9E-8EAE-063B1CF5FA3F}" type="pres">
      <dgm:prSet presAssocID="{EB9EA35F-9EA8-442A-80CD-A2CA80078A40}" presName="vert1" presStyleCnt="0"/>
      <dgm:spPr/>
    </dgm:pt>
    <dgm:pt modelId="{7E1E6F07-6EB7-454B-A5AA-E2EBFF2597CA}" type="pres">
      <dgm:prSet presAssocID="{FD1BFD5A-035B-4334-BFAB-0F0124A83CFE}" presName="thickLine" presStyleLbl="alignNode1" presStyleIdx="1" presStyleCnt="5"/>
      <dgm:spPr/>
    </dgm:pt>
    <dgm:pt modelId="{5BD9C8C7-B14D-4367-872B-A6B00715C639}" type="pres">
      <dgm:prSet presAssocID="{FD1BFD5A-035B-4334-BFAB-0F0124A83CFE}" presName="horz1" presStyleCnt="0"/>
      <dgm:spPr/>
    </dgm:pt>
    <dgm:pt modelId="{88EE655D-9BF1-4012-A5F9-BA25206DB67E}" type="pres">
      <dgm:prSet presAssocID="{FD1BFD5A-035B-4334-BFAB-0F0124A83CFE}" presName="tx1" presStyleLbl="revTx" presStyleIdx="1" presStyleCnt="5"/>
      <dgm:spPr/>
    </dgm:pt>
    <dgm:pt modelId="{9653189A-331B-4DBA-A832-785A1A99135F}" type="pres">
      <dgm:prSet presAssocID="{FD1BFD5A-035B-4334-BFAB-0F0124A83CFE}" presName="vert1" presStyleCnt="0"/>
      <dgm:spPr/>
    </dgm:pt>
    <dgm:pt modelId="{4887B7EF-98CF-4ECF-88C2-D37322897516}" type="pres">
      <dgm:prSet presAssocID="{4BCDBEE9-2051-42BA-87DB-836C6780BD65}" presName="thickLine" presStyleLbl="alignNode1" presStyleIdx="2" presStyleCnt="5"/>
      <dgm:spPr/>
    </dgm:pt>
    <dgm:pt modelId="{BB62CF5B-7963-4C35-9AC5-933E162AE030}" type="pres">
      <dgm:prSet presAssocID="{4BCDBEE9-2051-42BA-87DB-836C6780BD65}" presName="horz1" presStyleCnt="0"/>
      <dgm:spPr/>
    </dgm:pt>
    <dgm:pt modelId="{792F4874-7927-4FEF-83B5-40669B4BC7FA}" type="pres">
      <dgm:prSet presAssocID="{4BCDBEE9-2051-42BA-87DB-836C6780BD65}" presName="tx1" presStyleLbl="revTx" presStyleIdx="2" presStyleCnt="5"/>
      <dgm:spPr/>
    </dgm:pt>
    <dgm:pt modelId="{4391F747-C696-42AB-BA80-7FCECC5CFF40}" type="pres">
      <dgm:prSet presAssocID="{4BCDBEE9-2051-42BA-87DB-836C6780BD65}" presName="vert1" presStyleCnt="0"/>
      <dgm:spPr/>
    </dgm:pt>
    <dgm:pt modelId="{165579B8-4DEF-46D7-9057-A788439B8E87}" type="pres">
      <dgm:prSet presAssocID="{343709E1-7A8F-4BDE-A8D1-96BB6161CC73}" presName="thickLine" presStyleLbl="alignNode1" presStyleIdx="3" presStyleCnt="5"/>
      <dgm:spPr/>
    </dgm:pt>
    <dgm:pt modelId="{A34AFDAC-DE7B-450E-9CF4-4A5251D2E2DE}" type="pres">
      <dgm:prSet presAssocID="{343709E1-7A8F-4BDE-A8D1-96BB6161CC73}" presName="horz1" presStyleCnt="0"/>
      <dgm:spPr/>
    </dgm:pt>
    <dgm:pt modelId="{BE947710-0C6B-47B6-AED0-156A347C0D3C}" type="pres">
      <dgm:prSet presAssocID="{343709E1-7A8F-4BDE-A8D1-96BB6161CC73}" presName="tx1" presStyleLbl="revTx" presStyleIdx="3" presStyleCnt="5"/>
      <dgm:spPr/>
    </dgm:pt>
    <dgm:pt modelId="{C33EB17B-D0B7-4327-80A9-45D8B623EEE8}" type="pres">
      <dgm:prSet presAssocID="{343709E1-7A8F-4BDE-A8D1-96BB6161CC73}" presName="vert1" presStyleCnt="0"/>
      <dgm:spPr/>
    </dgm:pt>
    <dgm:pt modelId="{0A9C0EF5-9C23-4D4E-8320-BA1B825F10D4}" type="pres">
      <dgm:prSet presAssocID="{D72AA53B-17E9-4A00-8E98-C5960E920882}" presName="thickLine" presStyleLbl="alignNode1" presStyleIdx="4" presStyleCnt="5"/>
      <dgm:spPr/>
    </dgm:pt>
    <dgm:pt modelId="{38D2AA57-FCED-46C8-A8BE-3AE40F6FB658}" type="pres">
      <dgm:prSet presAssocID="{D72AA53B-17E9-4A00-8E98-C5960E920882}" presName="horz1" presStyleCnt="0"/>
      <dgm:spPr/>
    </dgm:pt>
    <dgm:pt modelId="{09C0C062-490E-4D72-8701-50DAFBAA6807}" type="pres">
      <dgm:prSet presAssocID="{D72AA53B-17E9-4A00-8E98-C5960E920882}" presName="tx1" presStyleLbl="revTx" presStyleIdx="4" presStyleCnt="5"/>
      <dgm:spPr/>
    </dgm:pt>
    <dgm:pt modelId="{1E6D8995-E9F1-457F-AA4F-D17AD96FB12C}" type="pres">
      <dgm:prSet presAssocID="{D72AA53B-17E9-4A00-8E98-C5960E920882}" presName="vert1" presStyleCnt="0"/>
      <dgm:spPr/>
    </dgm:pt>
  </dgm:ptLst>
  <dgm:cxnLst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B6E82A2E-49A4-4134-97C3-907435C0858E}" srcId="{0D1A17E4-57F9-492C-9CD6-E9B369BE60F9}" destId="{343709E1-7A8F-4BDE-A8D1-96BB6161CC73}" srcOrd="3" destOrd="0" parTransId="{E820E3A6-1B58-4A44-8A24-91E0BCF19261}" sibTransId="{A03A823F-68F9-4B87-B50B-27279D7446BE}"/>
    <dgm:cxn modelId="{87E6493A-4F17-4FAE-94D6-1BCD0A4AF16F}" srcId="{0D1A17E4-57F9-492C-9CD6-E9B369BE60F9}" destId="{4BCDBEE9-2051-42BA-87DB-836C6780BD65}" srcOrd="2" destOrd="0" parTransId="{0FF0065F-F784-4A5A-9AD5-AEED570484FF}" sibTransId="{9F65D1F7-B18B-4A86-B8D7-6E83D316F92E}"/>
    <dgm:cxn modelId="{99FBD84F-B61D-4162-AA6B-0B41FD720892}" srcId="{0D1A17E4-57F9-492C-9CD6-E9B369BE60F9}" destId="{D72AA53B-17E9-4A00-8E98-C5960E920882}" srcOrd="4" destOrd="0" parTransId="{F0DC522F-E86B-4536-8AEF-00EC1DF1DC55}" sibTransId="{2B97419D-C4D7-408D-8EBA-2648725AD1A7}"/>
    <dgm:cxn modelId="{FE8F9DB7-0D58-416B-AE0C-4789AE4FAFC6}" type="presOf" srcId="{4BCDBEE9-2051-42BA-87DB-836C6780BD65}" destId="{792F4874-7927-4FEF-83B5-40669B4BC7FA}" srcOrd="0" destOrd="0" presId="urn:microsoft.com/office/officeart/2008/layout/LinedList"/>
    <dgm:cxn modelId="{19F632BC-FFEA-4CAC-A8D5-4E333B080EF5}" srcId="{0D1A17E4-57F9-492C-9CD6-E9B369BE60F9}" destId="{FD1BFD5A-035B-4334-BFAB-0F0124A83CFE}" srcOrd="1" destOrd="0" parTransId="{25A41DBD-55A5-4E02-B108-D5924F60C90F}" sibTransId="{C509DEAF-9E9E-4260-BA4E-1D94CEFFFE8F}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50AB56EC-03BB-4D65-ABD3-AC0BBC790354}" type="presOf" srcId="{FD1BFD5A-035B-4334-BFAB-0F0124A83CFE}" destId="{88EE655D-9BF1-4012-A5F9-BA25206DB67E}" srcOrd="0" destOrd="0" presId="urn:microsoft.com/office/officeart/2008/layout/LinedList"/>
    <dgm:cxn modelId="{F59A65EE-06BA-4D15-A730-90D656D0EDD9}" type="presOf" srcId="{D72AA53B-17E9-4A00-8E98-C5960E920882}" destId="{09C0C062-490E-4D72-8701-50DAFBAA6807}" srcOrd="0" destOrd="0" presId="urn:microsoft.com/office/officeart/2008/layout/LinedList"/>
    <dgm:cxn modelId="{5EC720F2-BD03-49C5-91DC-BE56EA72F3BC}" type="presOf" srcId="{343709E1-7A8F-4BDE-A8D1-96BB6161CC73}" destId="{BE947710-0C6B-47B6-AED0-156A347C0D3C}" srcOrd="0" destOrd="0" presId="urn:microsoft.com/office/officeart/2008/layout/LinedList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  <dgm:cxn modelId="{2734921E-233B-4CA2-9CA4-E85BF4DC0EC5}" type="presParOf" srcId="{6ECB68C0-1580-4580-9C13-EEE207AF78A4}" destId="{7E1E6F07-6EB7-454B-A5AA-E2EBFF2597CA}" srcOrd="2" destOrd="0" presId="urn:microsoft.com/office/officeart/2008/layout/LinedList"/>
    <dgm:cxn modelId="{F7CC7E15-1268-4AD2-BE42-6DF7C29D365A}" type="presParOf" srcId="{6ECB68C0-1580-4580-9C13-EEE207AF78A4}" destId="{5BD9C8C7-B14D-4367-872B-A6B00715C639}" srcOrd="3" destOrd="0" presId="urn:microsoft.com/office/officeart/2008/layout/LinedList"/>
    <dgm:cxn modelId="{7A1AFB3A-2613-41BF-84BC-BF8356068463}" type="presParOf" srcId="{5BD9C8C7-B14D-4367-872B-A6B00715C639}" destId="{88EE655D-9BF1-4012-A5F9-BA25206DB67E}" srcOrd="0" destOrd="0" presId="urn:microsoft.com/office/officeart/2008/layout/LinedList"/>
    <dgm:cxn modelId="{36EA6A2E-4621-4070-998E-B40082C765DD}" type="presParOf" srcId="{5BD9C8C7-B14D-4367-872B-A6B00715C639}" destId="{9653189A-331B-4DBA-A832-785A1A99135F}" srcOrd="1" destOrd="0" presId="urn:microsoft.com/office/officeart/2008/layout/LinedList"/>
    <dgm:cxn modelId="{EFED9217-C0F6-4C22-8568-4C39CC1CE24F}" type="presParOf" srcId="{6ECB68C0-1580-4580-9C13-EEE207AF78A4}" destId="{4887B7EF-98CF-4ECF-88C2-D37322897516}" srcOrd="4" destOrd="0" presId="urn:microsoft.com/office/officeart/2008/layout/LinedList"/>
    <dgm:cxn modelId="{8F3C8BA4-204B-4DF5-BDDC-0E0D67F6F12E}" type="presParOf" srcId="{6ECB68C0-1580-4580-9C13-EEE207AF78A4}" destId="{BB62CF5B-7963-4C35-9AC5-933E162AE030}" srcOrd="5" destOrd="0" presId="urn:microsoft.com/office/officeart/2008/layout/LinedList"/>
    <dgm:cxn modelId="{F649CD36-77BF-4FDE-900F-27CA2F88BCA9}" type="presParOf" srcId="{BB62CF5B-7963-4C35-9AC5-933E162AE030}" destId="{792F4874-7927-4FEF-83B5-40669B4BC7FA}" srcOrd="0" destOrd="0" presId="urn:microsoft.com/office/officeart/2008/layout/LinedList"/>
    <dgm:cxn modelId="{79DBDDA5-002C-49A1-A692-ADA5418FA7D7}" type="presParOf" srcId="{BB62CF5B-7963-4C35-9AC5-933E162AE030}" destId="{4391F747-C696-42AB-BA80-7FCECC5CFF40}" srcOrd="1" destOrd="0" presId="urn:microsoft.com/office/officeart/2008/layout/LinedList"/>
    <dgm:cxn modelId="{0ED8FDFE-80D7-450C-9429-13F0044F73A7}" type="presParOf" srcId="{6ECB68C0-1580-4580-9C13-EEE207AF78A4}" destId="{165579B8-4DEF-46D7-9057-A788439B8E87}" srcOrd="6" destOrd="0" presId="urn:microsoft.com/office/officeart/2008/layout/LinedList"/>
    <dgm:cxn modelId="{70DA3C69-2E18-4215-A9CB-0ED50BBAFA6A}" type="presParOf" srcId="{6ECB68C0-1580-4580-9C13-EEE207AF78A4}" destId="{A34AFDAC-DE7B-450E-9CF4-4A5251D2E2DE}" srcOrd="7" destOrd="0" presId="urn:microsoft.com/office/officeart/2008/layout/LinedList"/>
    <dgm:cxn modelId="{60E133F5-DC33-422C-A9A1-E530688C72BA}" type="presParOf" srcId="{A34AFDAC-DE7B-450E-9CF4-4A5251D2E2DE}" destId="{BE947710-0C6B-47B6-AED0-156A347C0D3C}" srcOrd="0" destOrd="0" presId="urn:microsoft.com/office/officeart/2008/layout/LinedList"/>
    <dgm:cxn modelId="{6111BAAA-5A29-4A0A-8AC6-ADB0A1AFE237}" type="presParOf" srcId="{A34AFDAC-DE7B-450E-9CF4-4A5251D2E2DE}" destId="{C33EB17B-D0B7-4327-80A9-45D8B623EEE8}" srcOrd="1" destOrd="0" presId="urn:microsoft.com/office/officeart/2008/layout/LinedList"/>
    <dgm:cxn modelId="{84B608DA-680A-430F-AF15-A082FAB0CDC8}" type="presParOf" srcId="{6ECB68C0-1580-4580-9C13-EEE207AF78A4}" destId="{0A9C0EF5-9C23-4D4E-8320-BA1B825F10D4}" srcOrd="8" destOrd="0" presId="urn:microsoft.com/office/officeart/2008/layout/LinedList"/>
    <dgm:cxn modelId="{5680C527-C010-416E-B8B5-E12937664456}" type="presParOf" srcId="{6ECB68C0-1580-4580-9C13-EEE207AF78A4}" destId="{38D2AA57-FCED-46C8-A8BE-3AE40F6FB658}" srcOrd="9" destOrd="0" presId="urn:microsoft.com/office/officeart/2008/layout/LinedList"/>
    <dgm:cxn modelId="{82F2F47E-0CC2-496B-92CB-D5CCA21AF96E}" type="presParOf" srcId="{38D2AA57-FCED-46C8-A8BE-3AE40F6FB658}" destId="{09C0C062-490E-4D72-8701-50DAFBAA6807}" srcOrd="0" destOrd="0" presId="urn:microsoft.com/office/officeart/2008/layout/LinedList"/>
    <dgm:cxn modelId="{6D8C2456-9CB1-4D0A-8DF1-5E9716990887}" type="presParOf" srcId="{38D2AA57-FCED-46C8-A8BE-3AE40F6FB658}" destId="{1E6D8995-E9F1-457F-AA4F-D17AD96FB1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F05ACA1-C8C2-4B9F-AA87-00FD2DD7AC0F}">
      <dgm:prSet/>
      <dgm:spPr/>
      <dgm:t>
        <a:bodyPr/>
        <a:lstStyle/>
        <a:p>
          <a:r>
            <a:rPr lang="es-MX" dirty="0"/>
            <a:t>Guardar todos los resultados en un nuevo archivo de texto mediante el uso de una función. Cada dato deberá contener un texto que explique de que se trata el dato a leer.</a:t>
          </a:r>
        </a:p>
      </dgm:t>
    </dgm:pt>
    <dgm:pt modelId="{6CC88903-74CA-4033-B813-9A7479E0FDC8}" type="parTrans" cxnId="{6B2C1445-9A1C-4AAC-88A9-7741798C6B47}">
      <dgm:prSet/>
      <dgm:spPr/>
      <dgm:t>
        <a:bodyPr/>
        <a:lstStyle/>
        <a:p>
          <a:endParaRPr lang="es-MX"/>
        </a:p>
      </dgm:t>
    </dgm:pt>
    <dgm:pt modelId="{44E69F55-B32F-486C-BA88-C6A4A61835E5}" type="sibTrans" cxnId="{6B2C1445-9A1C-4AAC-88A9-7741798C6B47}">
      <dgm:prSet/>
      <dgm:spPr/>
      <dgm:t>
        <a:bodyPr/>
        <a:lstStyle/>
        <a:p>
          <a:endParaRPr lang="es-MX"/>
        </a:p>
      </dgm:t>
    </dgm:pt>
    <dgm:pt modelId="{70021481-00B3-4817-BF39-2BCA23105F56}">
      <dgm:prSet/>
      <dgm:spPr/>
      <dgm:t>
        <a:bodyPr/>
        <a:lstStyle/>
        <a:p>
          <a:r>
            <a:rPr lang="es-MX" dirty="0"/>
            <a:t>Diagrama de flujo del archivo (Solo si no se entrega el archivo el día 24 de Marzo)</a:t>
          </a:r>
        </a:p>
      </dgm:t>
    </dgm:pt>
    <dgm:pt modelId="{2413A0FC-4CE3-4FD7-A974-F108DCAE3E5F}" type="parTrans" cxnId="{21413AA5-9C53-4351-8938-870498226390}">
      <dgm:prSet/>
      <dgm:spPr/>
      <dgm:t>
        <a:bodyPr/>
        <a:lstStyle/>
        <a:p>
          <a:endParaRPr lang="es-MX"/>
        </a:p>
      </dgm:t>
    </dgm:pt>
    <dgm:pt modelId="{6A08CC74-C247-4403-8913-E6EC1FDEA602}" type="sibTrans" cxnId="{21413AA5-9C53-4351-8938-870498226390}">
      <dgm:prSet/>
      <dgm:spPr/>
      <dgm:t>
        <a:bodyPr/>
        <a:lstStyle/>
        <a:p>
          <a:endParaRPr lang="es-MX"/>
        </a:p>
      </dgm:t>
    </dgm:pt>
    <dgm:pt modelId="{66080EF1-0D7C-48EC-BE32-82B2EC344288}">
      <dgm:prSet/>
      <dgm:spPr/>
      <dgm:t>
        <a:bodyPr/>
        <a:lstStyle/>
        <a:p>
          <a:r>
            <a:rPr lang="es-MX" dirty="0">
              <a:solidFill>
                <a:srgbClr val="FF0000"/>
              </a:solidFill>
            </a:rPr>
            <a:t>Fecha de entrega: 13 de abril 2020 a las 23:59</a:t>
          </a:r>
        </a:p>
      </dgm:t>
    </dgm:pt>
    <dgm:pt modelId="{E7C9DE52-A5E9-4DA4-A496-AB7944E426EA}" type="parTrans" cxnId="{6425060A-F98D-48FA-8713-A9CA5F561D9A}">
      <dgm:prSet/>
      <dgm:spPr/>
      <dgm:t>
        <a:bodyPr/>
        <a:lstStyle/>
        <a:p>
          <a:endParaRPr lang="es-MX"/>
        </a:p>
      </dgm:t>
    </dgm:pt>
    <dgm:pt modelId="{FF0949E5-D7F6-4100-B2AE-75671A2CF67C}" type="sibTrans" cxnId="{6425060A-F98D-48FA-8713-A9CA5F561D9A}">
      <dgm:prSet/>
      <dgm:spPr/>
      <dgm:t>
        <a:bodyPr/>
        <a:lstStyle/>
        <a:p>
          <a:endParaRPr lang="es-MX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1BF00E48-607E-48E8-9B26-ADB31FF705B1}" type="pres">
      <dgm:prSet presAssocID="{2F05ACA1-C8C2-4B9F-AA87-00FD2DD7AC0F}" presName="thickLine" presStyleLbl="alignNode1" presStyleIdx="0" presStyleCnt="3"/>
      <dgm:spPr/>
    </dgm:pt>
    <dgm:pt modelId="{4ABC82C3-E3B7-47A7-937C-402ACE86B7C0}" type="pres">
      <dgm:prSet presAssocID="{2F05ACA1-C8C2-4B9F-AA87-00FD2DD7AC0F}" presName="horz1" presStyleCnt="0"/>
      <dgm:spPr/>
    </dgm:pt>
    <dgm:pt modelId="{327CCD0B-C277-49AE-ACDC-2171D0581BA7}" type="pres">
      <dgm:prSet presAssocID="{2F05ACA1-C8C2-4B9F-AA87-00FD2DD7AC0F}" presName="tx1" presStyleLbl="revTx" presStyleIdx="0" presStyleCnt="3"/>
      <dgm:spPr/>
    </dgm:pt>
    <dgm:pt modelId="{E9941B12-3839-4210-8CED-B216C29EB89C}" type="pres">
      <dgm:prSet presAssocID="{2F05ACA1-C8C2-4B9F-AA87-00FD2DD7AC0F}" presName="vert1" presStyleCnt="0"/>
      <dgm:spPr/>
    </dgm:pt>
    <dgm:pt modelId="{12A588DB-C738-4436-94D9-6A82C3D07B43}" type="pres">
      <dgm:prSet presAssocID="{70021481-00B3-4817-BF39-2BCA23105F56}" presName="thickLine" presStyleLbl="alignNode1" presStyleIdx="1" presStyleCnt="3"/>
      <dgm:spPr/>
    </dgm:pt>
    <dgm:pt modelId="{1801B55E-61F6-4DF2-9FA8-4D0907417F36}" type="pres">
      <dgm:prSet presAssocID="{70021481-00B3-4817-BF39-2BCA23105F56}" presName="horz1" presStyleCnt="0"/>
      <dgm:spPr/>
    </dgm:pt>
    <dgm:pt modelId="{6B21D414-4A4D-4C37-AF0A-888877EA385C}" type="pres">
      <dgm:prSet presAssocID="{70021481-00B3-4817-BF39-2BCA23105F56}" presName="tx1" presStyleLbl="revTx" presStyleIdx="1" presStyleCnt="3"/>
      <dgm:spPr/>
    </dgm:pt>
    <dgm:pt modelId="{C9A6BCD8-4E3D-4C42-B1EA-26C921B0F59F}" type="pres">
      <dgm:prSet presAssocID="{70021481-00B3-4817-BF39-2BCA23105F56}" presName="vert1" presStyleCnt="0"/>
      <dgm:spPr/>
    </dgm:pt>
    <dgm:pt modelId="{36668A91-EAD2-4E81-B9B5-25DE556B867E}" type="pres">
      <dgm:prSet presAssocID="{66080EF1-0D7C-48EC-BE32-82B2EC344288}" presName="thickLine" presStyleLbl="alignNode1" presStyleIdx="2" presStyleCnt="3"/>
      <dgm:spPr/>
    </dgm:pt>
    <dgm:pt modelId="{2F66832A-FDCC-4BEC-BC59-2A75EE2358C4}" type="pres">
      <dgm:prSet presAssocID="{66080EF1-0D7C-48EC-BE32-82B2EC344288}" presName="horz1" presStyleCnt="0"/>
      <dgm:spPr/>
    </dgm:pt>
    <dgm:pt modelId="{9DA11356-9944-40FF-B760-79995620BFBD}" type="pres">
      <dgm:prSet presAssocID="{66080EF1-0D7C-48EC-BE32-82B2EC344288}" presName="tx1" presStyleLbl="revTx" presStyleIdx="2" presStyleCnt="3"/>
      <dgm:spPr/>
    </dgm:pt>
    <dgm:pt modelId="{2FD7D020-7EF5-413B-BB0D-431EED5CB0BC}" type="pres">
      <dgm:prSet presAssocID="{66080EF1-0D7C-48EC-BE32-82B2EC344288}" presName="vert1" presStyleCnt="0"/>
      <dgm:spPr/>
    </dgm:pt>
  </dgm:ptLst>
  <dgm:cxnLst>
    <dgm:cxn modelId="{87591B09-D996-464E-94F1-3B0D9B0E904C}" type="presOf" srcId="{70021481-00B3-4817-BF39-2BCA23105F56}" destId="{6B21D414-4A4D-4C37-AF0A-888877EA385C}" srcOrd="0" destOrd="0" presId="urn:microsoft.com/office/officeart/2008/layout/LinedList"/>
    <dgm:cxn modelId="{6425060A-F98D-48FA-8713-A9CA5F561D9A}" srcId="{0D1A17E4-57F9-492C-9CD6-E9B369BE60F9}" destId="{66080EF1-0D7C-48EC-BE32-82B2EC344288}" srcOrd="2" destOrd="0" parTransId="{E7C9DE52-A5E9-4DA4-A496-AB7944E426EA}" sibTransId="{FF0949E5-D7F6-4100-B2AE-75671A2CF67C}"/>
    <dgm:cxn modelId="{45838F5F-D6AD-485C-93EC-2127FB2F9577}" type="presOf" srcId="{2F05ACA1-C8C2-4B9F-AA87-00FD2DD7AC0F}" destId="{327CCD0B-C277-49AE-ACDC-2171D0581BA7}" srcOrd="0" destOrd="0" presId="urn:microsoft.com/office/officeart/2008/layout/LinedList"/>
    <dgm:cxn modelId="{6B2C1445-9A1C-4AAC-88A9-7741798C6B47}" srcId="{0D1A17E4-57F9-492C-9CD6-E9B369BE60F9}" destId="{2F05ACA1-C8C2-4B9F-AA87-00FD2DD7AC0F}" srcOrd="0" destOrd="0" parTransId="{6CC88903-74CA-4033-B813-9A7479E0FDC8}" sibTransId="{44E69F55-B32F-486C-BA88-C6A4A61835E5}"/>
    <dgm:cxn modelId="{44A7E755-9ACE-494F-AEAE-64A93B36847B}" type="presOf" srcId="{66080EF1-0D7C-48EC-BE32-82B2EC344288}" destId="{9DA11356-9944-40FF-B760-79995620BFBD}" srcOrd="0" destOrd="0" presId="urn:microsoft.com/office/officeart/2008/layout/LinedList"/>
    <dgm:cxn modelId="{21413AA5-9C53-4351-8938-870498226390}" srcId="{0D1A17E4-57F9-492C-9CD6-E9B369BE60F9}" destId="{70021481-00B3-4817-BF39-2BCA23105F56}" srcOrd="1" destOrd="0" parTransId="{2413A0FC-4CE3-4FD7-A974-F108DCAE3E5F}" sibTransId="{6A08CC74-C247-4403-8913-E6EC1FDEA602}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C20643CC-16A9-4757-8875-41A91A4EF650}" type="presParOf" srcId="{6ECB68C0-1580-4580-9C13-EEE207AF78A4}" destId="{1BF00E48-607E-48E8-9B26-ADB31FF705B1}" srcOrd="0" destOrd="0" presId="urn:microsoft.com/office/officeart/2008/layout/LinedList"/>
    <dgm:cxn modelId="{5A81F0F7-33E6-4965-BD0C-C3C8E7C13343}" type="presParOf" srcId="{6ECB68C0-1580-4580-9C13-EEE207AF78A4}" destId="{4ABC82C3-E3B7-47A7-937C-402ACE86B7C0}" srcOrd="1" destOrd="0" presId="urn:microsoft.com/office/officeart/2008/layout/LinedList"/>
    <dgm:cxn modelId="{0182AA68-1006-4FC6-A062-77D7A6A87FD6}" type="presParOf" srcId="{4ABC82C3-E3B7-47A7-937C-402ACE86B7C0}" destId="{327CCD0B-C277-49AE-ACDC-2171D0581BA7}" srcOrd="0" destOrd="0" presId="urn:microsoft.com/office/officeart/2008/layout/LinedList"/>
    <dgm:cxn modelId="{70F054C6-EA50-4003-ACFF-60AA59FE5ACC}" type="presParOf" srcId="{4ABC82C3-E3B7-47A7-937C-402ACE86B7C0}" destId="{E9941B12-3839-4210-8CED-B216C29EB89C}" srcOrd="1" destOrd="0" presId="urn:microsoft.com/office/officeart/2008/layout/LinedList"/>
    <dgm:cxn modelId="{BEE99381-F1AB-4482-B55B-57CE32B51A3C}" type="presParOf" srcId="{6ECB68C0-1580-4580-9C13-EEE207AF78A4}" destId="{12A588DB-C738-4436-94D9-6A82C3D07B43}" srcOrd="2" destOrd="0" presId="urn:microsoft.com/office/officeart/2008/layout/LinedList"/>
    <dgm:cxn modelId="{13F6BF2F-9879-4C16-96E5-3EEB476146FF}" type="presParOf" srcId="{6ECB68C0-1580-4580-9C13-EEE207AF78A4}" destId="{1801B55E-61F6-4DF2-9FA8-4D0907417F36}" srcOrd="3" destOrd="0" presId="urn:microsoft.com/office/officeart/2008/layout/LinedList"/>
    <dgm:cxn modelId="{6C76ED66-3676-412F-A755-6595F447855E}" type="presParOf" srcId="{1801B55E-61F6-4DF2-9FA8-4D0907417F36}" destId="{6B21D414-4A4D-4C37-AF0A-888877EA385C}" srcOrd="0" destOrd="0" presId="urn:microsoft.com/office/officeart/2008/layout/LinedList"/>
    <dgm:cxn modelId="{60EBFB46-A985-478E-9ECC-80EAF52D45C4}" type="presParOf" srcId="{1801B55E-61F6-4DF2-9FA8-4D0907417F36}" destId="{C9A6BCD8-4E3D-4C42-B1EA-26C921B0F59F}" srcOrd="1" destOrd="0" presId="urn:microsoft.com/office/officeart/2008/layout/LinedList"/>
    <dgm:cxn modelId="{B6F9FE4E-9AFA-4C85-9370-ECBD690A77B7}" type="presParOf" srcId="{6ECB68C0-1580-4580-9C13-EEE207AF78A4}" destId="{36668A91-EAD2-4E81-B9B5-25DE556B867E}" srcOrd="4" destOrd="0" presId="urn:microsoft.com/office/officeart/2008/layout/LinedList"/>
    <dgm:cxn modelId="{6304C008-3513-4699-B941-DD77150C14AC}" type="presParOf" srcId="{6ECB68C0-1580-4580-9C13-EEE207AF78A4}" destId="{2F66832A-FDCC-4BEC-BC59-2A75EE2358C4}" srcOrd="5" destOrd="0" presId="urn:microsoft.com/office/officeart/2008/layout/LinedList"/>
    <dgm:cxn modelId="{8DEA79FB-80A0-4A2B-AE50-3D8070BA43C7}" type="presParOf" srcId="{2F66832A-FDCC-4BEC-BC59-2A75EE2358C4}" destId="{9DA11356-9944-40FF-B760-79995620BFBD}" srcOrd="0" destOrd="0" presId="urn:microsoft.com/office/officeart/2008/layout/LinedList"/>
    <dgm:cxn modelId="{91002A8A-E78B-4490-BBFC-CA0FA3FD430F}" type="presParOf" srcId="{2F66832A-FDCC-4BEC-BC59-2A75EE2358C4}" destId="{2FD7D020-7EF5-413B-BB0D-431EED5CB0B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0"/>
          <a:ext cx="6305371" cy="4157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800" kern="1200" dirty="0"/>
            <a:t>El </a:t>
          </a:r>
          <a:r>
            <a:rPr lang="es-MX" sz="3800" kern="1200" dirty="0" err="1"/>
            <a:t>main</a:t>
          </a:r>
          <a:r>
            <a:rPr lang="es-MX" sz="3800" kern="1200" dirty="0"/>
            <a:t> solo debe contener la lectura del archivo, el uso de las funciones y la escritura del archivo con las respuestas. No puede contener información de otro tipo. No se puede usar código que no se haya visto </a:t>
          </a:r>
          <a:r>
            <a:rPr lang="es-MX" sz="3800" kern="1200"/>
            <a:t>en clase.</a:t>
          </a:r>
          <a:endParaRPr lang="en-US" sz="3800" kern="1200" dirty="0"/>
        </a:p>
      </dsp:txBody>
      <dsp:txXfrm>
        <a:off x="0" y="0"/>
        <a:ext cx="6305371" cy="41572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507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507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Determinar el número de caracteres que tiene el archivo</a:t>
          </a:r>
          <a:endParaRPr lang="en-US" sz="2500" kern="1200" dirty="0"/>
        </a:p>
      </dsp:txBody>
      <dsp:txXfrm>
        <a:off x="0" y="507"/>
        <a:ext cx="6305371" cy="831248"/>
      </dsp:txXfrm>
    </dsp:sp>
    <dsp:sp modelId="{31105F5E-756D-4DE9-AF16-D83377786D2C}">
      <dsp:nvSpPr>
        <dsp:cNvPr id="0" name=""/>
        <dsp:cNvSpPr/>
      </dsp:nvSpPr>
      <dsp:spPr>
        <a:xfrm>
          <a:off x="0" y="831755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BA232-54C2-4B60-A5EB-4434899C8281}">
      <dsp:nvSpPr>
        <dsp:cNvPr id="0" name=""/>
        <dsp:cNvSpPr/>
      </dsp:nvSpPr>
      <dsp:spPr>
        <a:xfrm>
          <a:off x="0" y="831755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</a:t>
          </a:r>
          <a:r>
            <a:rPr lang="en-US" sz="2500" kern="1200" dirty="0" err="1"/>
            <a:t>lineas</a:t>
          </a:r>
          <a:r>
            <a:rPr lang="en-US" sz="2500" kern="1200" dirty="0"/>
            <a:t> que </a:t>
          </a:r>
          <a:r>
            <a:rPr lang="en-US" sz="2500" kern="1200" dirty="0" err="1"/>
            <a:t>contiene</a:t>
          </a:r>
          <a:r>
            <a:rPr lang="en-US" sz="2500" kern="1200" dirty="0"/>
            <a:t> el </a:t>
          </a:r>
          <a:r>
            <a:rPr lang="en-US" sz="2500" kern="1200" dirty="0" err="1"/>
            <a:t>texto</a:t>
          </a:r>
          <a:r>
            <a:rPr lang="en-US" sz="2500" kern="1200" dirty="0"/>
            <a:t>.</a:t>
          </a:r>
        </a:p>
      </dsp:txBody>
      <dsp:txXfrm>
        <a:off x="0" y="831755"/>
        <a:ext cx="6305371" cy="831248"/>
      </dsp:txXfrm>
    </dsp:sp>
    <dsp:sp modelId="{25D74C41-AEBB-423D-9E24-A286254416C5}">
      <dsp:nvSpPr>
        <dsp:cNvPr id="0" name=""/>
        <dsp:cNvSpPr/>
      </dsp:nvSpPr>
      <dsp:spPr>
        <a:xfrm>
          <a:off x="0" y="1663003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B2A08-2031-4176-988E-16ADCB0D0328}">
      <dsp:nvSpPr>
        <dsp:cNvPr id="0" name=""/>
        <dsp:cNvSpPr/>
      </dsp:nvSpPr>
      <dsp:spPr>
        <a:xfrm>
          <a:off x="0" y="1663003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palabras.</a:t>
          </a:r>
        </a:p>
      </dsp:txBody>
      <dsp:txXfrm>
        <a:off x="0" y="1663003"/>
        <a:ext cx="6305371" cy="831248"/>
      </dsp:txXfrm>
    </dsp:sp>
    <dsp:sp modelId="{A53FFDBC-1F97-48A6-8E1D-CF13463FF2BD}">
      <dsp:nvSpPr>
        <dsp:cNvPr id="0" name=""/>
        <dsp:cNvSpPr/>
      </dsp:nvSpPr>
      <dsp:spPr>
        <a:xfrm>
          <a:off x="0" y="2494252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5D315-42F9-45B3-86DB-EE4CF6499130}">
      <dsp:nvSpPr>
        <dsp:cNvPr id="0" name=""/>
        <dsp:cNvSpPr/>
      </dsp:nvSpPr>
      <dsp:spPr>
        <a:xfrm>
          <a:off x="0" y="2494252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</a:t>
          </a:r>
          <a:r>
            <a:rPr lang="en-US" sz="2500" kern="1200" dirty="0" err="1"/>
            <a:t>cada</a:t>
          </a:r>
          <a:r>
            <a:rPr lang="en-US" sz="2500" kern="1200" dirty="0"/>
            <a:t> una de las </a:t>
          </a:r>
          <a:r>
            <a:rPr lang="en-US" sz="2500" kern="1200" dirty="0" err="1"/>
            <a:t>letras</a:t>
          </a:r>
          <a:r>
            <a:rPr lang="en-US" sz="2500" kern="1200" dirty="0"/>
            <a:t> del </a:t>
          </a:r>
          <a:r>
            <a:rPr lang="en-US" sz="2500" kern="1200" dirty="0" err="1"/>
            <a:t>alfabeto</a:t>
          </a:r>
          <a:r>
            <a:rPr lang="en-US" sz="2500" kern="1200" dirty="0"/>
            <a:t> que se </a:t>
          </a:r>
          <a:r>
            <a:rPr lang="en-US" sz="2500" kern="1200" dirty="0" err="1"/>
            <a:t>usaron</a:t>
          </a:r>
          <a:r>
            <a:rPr lang="en-US" sz="2500" kern="1200" dirty="0"/>
            <a:t>.</a:t>
          </a:r>
        </a:p>
      </dsp:txBody>
      <dsp:txXfrm>
        <a:off x="0" y="2494252"/>
        <a:ext cx="6305371" cy="831248"/>
      </dsp:txXfrm>
    </dsp:sp>
    <dsp:sp modelId="{FED944AC-A527-47AE-9BF8-C7641332922F}">
      <dsp:nvSpPr>
        <dsp:cNvPr id="0" name=""/>
        <dsp:cNvSpPr/>
      </dsp:nvSpPr>
      <dsp:spPr>
        <a:xfrm>
          <a:off x="0" y="332550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7721C-09B1-4975-B6B9-564649D0BA2B}">
      <dsp:nvSpPr>
        <dsp:cNvPr id="0" name=""/>
        <dsp:cNvSpPr/>
      </dsp:nvSpPr>
      <dsp:spPr>
        <a:xfrm>
          <a:off x="0" y="3325500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</a:t>
          </a:r>
          <a:r>
            <a:rPr lang="en-US" sz="2500" kern="1200" dirty="0" err="1"/>
            <a:t>signos</a:t>
          </a:r>
          <a:r>
            <a:rPr lang="en-US" sz="2500" kern="1200" dirty="0"/>
            <a:t> de </a:t>
          </a:r>
          <a:r>
            <a:rPr lang="en-US" sz="2500" kern="1200" dirty="0" err="1"/>
            <a:t>puntuación</a:t>
          </a:r>
          <a:r>
            <a:rPr lang="en-US" sz="2500" kern="1200" dirty="0"/>
            <a:t> que se </a:t>
          </a:r>
          <a:r>
            <a:rPr lang="en-US" sz="2500" kern="1200" dirty="0" err="1"/>
            <a:t>usaron</a:t>
          </a:r>
          <a:r>
            <a:rPr lang="en-US" sz="2500" kern="1200" dirty="0"/>
            <a:t>.</a:t>
          </a:r>
        </a:p>
      </dsp:txBody>
      <dsp:txXfrm>
        <a:off x="0" y="3325500"/>
        <a:ext cx="6305371" cy="831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507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507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Determinar el número de caracteres especiales que no reconoció C#</a:t>
          </a:r>
          <a:endParaRPr lang="en-US" sz="2500" kern="1200" dirty="0"/>
        </a:p>
      </dsp:txBody>
      <dsp:txXfrm>
        <a:off x="0" y="507"/>
        <a:ext cx="6305371" cy="831248"/>
      </dsp:txXfrm>
    </dsp:sp>
    <dsp:sp modelId="{7E1E6F07-6EB7-454B-A5AA-E2EBFF2597CA}">
      <dsp:nvSpPr>
        <dsp:cNvPr id="0" name=""/>
        <dsp:cNvSpPr/>
      </dsp:nvSpPr>
      <dsp:spPr>
        <a:xfrm>
          <a:off x="0" y="831755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EE655D-9BF1-4012-A5F9-BA25206DB67E}">
      <dsp:nvSpPr>
        <dsp:cNvPr id="0" name=""/>
        <dsp:cNvSpPr/>
      </dsp:nvSpPr>
      <dsp:spPr>
        <a:xfrm>
          <a:off x="0" y="831755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</a:t>
          </a:r>
          <a:r>
            <a:rPr lang="en-US" sz="2500" kern="1200" dirty="0" err="1"/>
            <a:t>veces</a:t>
          </a:r>
          <a:r>
            <a:rPr lang="en-US" sz="2500" kern="1200" dirty="0"/>
            <a:t> que se </a:t>
          </a:r>
          <a:r>
            <a:rPr lang="en-US" sz="2500" kern="1200" dirty="0" err="1"/>
            <a:t>usó</a:t>
          </a:r>
          <a:r>
            <a:rPr lang="en-US" sz="2500" kern="1200" dirty="0"/>
            <a:t> la palabra México</a:t>
          </a:r>
        </a:p>
      </dsp:txBody>
      <dsp:txXfrm>
        <a:off x="0" y="831755"/>
        <a:ext cx="6305371" cy="831248"/>
      </dsp:txXfrm>
    </dsp:sp>
    <dsp:sp modelId="{4887B7EF-98CF-4ECF-88C2-D37322897516}">
      <dsp:nvSpPr>
        <dsp:cNvPr id="0" name=""/>
        <dsp:cNvSpPr/>
      </dsp:nvSpPr>
      <dsp:spPr>
        <a:xfrm>
          <a:off x="0" y="1663003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F4874-7927-4FEF-83B5-40669B4BC7FA}">
      <dsp:nvSpPr>
        <dsp:cNvPr id="0" name=""/>
        <dsp:cNvSpPr/>
      </dsp:nvSpPr>
      <dsp:spPr>
        <a:xfrm>
          <a:off x="0" y="1663003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el </a:t>
          </a:r>
          <a:r>
            <a:rPr lang="en-US" sz="2500" kern="1200" dirty="0" err="1"/>
            <a:t>número</a:t>
          </a:r>
          <a:r>
            <a:rPr lang="en-US" sz="2500" kern="1200" dirty="0"/>
            <a:t> de </a:t>
          </a:r>
          <a:r>
            <a:rPr lang="en-US" sz="2500" kern="1200" dirty="0" err="1"/>
            <a:t>conjunciones</a:t>
          </a:r>
          <a:r>
            <a:rPr lang="en-US" sz="2500" kern="1200" dirty="0"/>
            <a:t> que se </a:t>
          </a:r>
          <a:r>
            <a:rPr lang="en-US" sz="2500" kern="1200" dirty="0" err="1"/>
            <a:t>usaron</a:t>
          </a:r>
          <a:r>
            <a:rPr lang="en-US" sz="2500" kern="1200" dirty="0"/>
            <a:t>.</a:t>
          </a:r>
        </a:p>
      </dsp:txBody>
      <dsp:txXfrm>
        <a:off x="0" y="1663003"/>
        <a:ext cx="6305371" cy="831248"/>
      </dsp:txXfrm>
    </dsp:sp>
    <dsp:sp modelId="{165579B8-4DEF-46D7-9057-A788439B8E87}">
      <dsp:nvSpPr>
        <dsp:cNvPr id="0" name=""/>
        <dsp:cNvSpPr/>
      </dsp:nvSpPr>
      <dsp:spPr>
        <a:xfrm>
          <a:off x="0" y="2494252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47710-0C6B-47B6-AED0-156A347C0D3C}">
      <dsp:nvSpPr>
        <dsp:cNvPr id="0" name=""/>
        <dsp:cNvSpPr/>
      </dsp:nvSpPr>
      <dsp:spPr>
        <a:xfrm>
          <a:off x="0" y="2494252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la </a:t>
          </a:r>
          <a:r>
            <a:rPr lang="en-US" sz="2500" kern="1200" dirty="0" err="1"/>
            <a:t>proporción</a:t>
          </a:r>
          <a:r>
            <a:rPr lang="en-US" sz="2500" kern="1200" dirty="0"/>
            <a:t> que </a:t>
          </a:r>
          <a:r>
            <a:rPr lang="en-US" sz="2500" kern="1200" dirty="0" err="1"/>
            <a:t>representan</a:t>
          </a:r>
          <a:r>
            <a:rPr lang="en-US" sz="2500" kern="1200" dirty="0"/>
            <a:t> las </a:t>
          </a:r>
          <a:r>
            <a:rPr lang="en-US" sz="2500" kern="1200" dirty="0" err="1"/>
            <a:t>conjunciones</a:t>
          </a:r>
          <a:r>
            <a:rPr lang="en-US" sz="2500" kern="1200" dirty="0"/>
            <a:t> con respect al total de palabras.</a:t>
          </a:r>
        </a:p>
      </dsp:txBody>
      <dsp:txXfrm>
        <a:off x="0" y="2494252"/>
        <a:ext cx="6305371" cy="831248"/>
      </dsp:txXfrm>
    </dsp:sp>
    <dsp:sp modelId="{0A9C0EF5-9C23-4D4E-8320-BA1B825F10D4}">
      <dsp:nvSpPr>
        <dsp:cNvPr id="0" name=""/>
        <dsp:cNvSpPr/>
      </dsp:nvSpPr>
      <dsp:spPr>
        <a:xfrm>
          <a:off x="0" y="332550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0C062-490E-4D72-8701-50DAFBAA6807}">
      <dsp:nvSpPr>
        <dsp:cNvPr id="0" name=""/>
        <dsp:cNvSpPr/>
      </dsp:nvSpPr>
      <dsp:spPr>
        <a:xfrm>
          <a:off x="0" y="3325500"/>
          <a:ext cx="6305371" cy="83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Determinar</a:t>
          </a:r>
          <a:r>
            <a:rPr lang="en-US" sz="2500" kern="1200" dirty="0"/>
            <a:t> la </a:t>
          </a:r>
          <a:r>
            <a:rPr lang="en-US" sz="2500" kern="1200" dirty="0" err="1"/>
            <a:t>proporción</a:t>
          </a:r>
          <a:r>
            <a:rPr lang="en-US" sz="2500" kern="1200" dirty="0"/>
            <a:t> que </a:t>
          </a:r>
          <a:r>
            <a:rPr lang="en-US" sz="2500" kern="1200" dirty="0" err="1"/>
            <a:t>representa</a:t>
          </a:r>
          <a:r>
            <a:rPr lang="en-US" sz="2500" kern="1200" dirty="0"/>
            <a:t> la palabra México contra el total de palabras</a:t>
          </a:r>
        </a:p>
      </dsp:txBody>
      <dsp:txXfrm>
        <a:off x="0" y="3325500"/>
        <a:ext cx="6305371" cy="8312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00E48-607E-48E8-9B26-ADB31FF705B1}">
      <dsp:nvSpPr>
        <dsp:cNvPr id="0" name=""/>
        <dsp:cNvSpPr/>
      </dsp:nvSpPr>
      <dsp:spPr>
        <a:xfrm>
          <a:off x="0" y="2029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CCD0B-C277-49AE-ACDC-2171D0581BA7}">
      <dsp:nvSpPr>
        <dsp:cNvPr id="0" name=""/>
        <dsp:cNvSpPr/>
      </dsp:nvSpPr>
      <dsp:spPr>
        <a:xfrm>
          <a:off x="0" y="2029"/>
          <a:ext cx="6305371" cy="1384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Guardar todos los resultados en un nuevo archivo de texto mediante el uso de una función. Cada dato deberá contener un texto que explique de que se trata el dato a leer.</a:t>
          </a:r>
        </a:p>
      </dsp:txBody>
      <dsp:txXfrm>
        <a:off x="0" y="2029"/>
        <a:ext cx="6305371" cy="1384398"/>
      </dsp:txXfrm>
    </dsp:sp>
    <dsp:sp modelId="{12A588DB-C738-4436-94D9-6A82C3D07B43}">
      <dsp:nvSpPr>
        <dsp:cNvPr id="0" name=""/>
        <dsp:cNvSpPr/>
      </dsp:nvSpPr>
      <dsp:spPr>
        <a:xfrm>
          <a:off x="0" y="1386428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1D414-4A4D-4C37-AF0A-888877EA385C}">
      <dsp:nvSpPr>
        <dsp:cNvPr id="0" name=""/>
        <dsp:cNvSpPr/>
      </dsp:nvSpPr>
      <dsp:spPr>
        <a:xfrm>
          <a:off x="0" y="1386428"/>
          <a:ext cx="6305371" cy="1384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Diagrama de flujo del archivo (Solo si no se entrega el archivo el día 24 de Marzo)</a:t>
          </a:r>
        </a:p>
      </dsp:txBody>
      <dsp:txXfrm>
        <a:off x="0" y="1386428"/>
        <a:ext cx="6305371" cy="1384398"/>
      </dsp:txXfrm>
    </dsp:sp>
    <dsp:sp modelId="{36668A91-EAD2-4E81-B9B5-25DE556B867E}">
      <dsp:nvSpPr>
        <dsp:cNvPr id="0" name=""/>
        <dsp:cNvSpPr/>
      </dsp:nvSpPr>
      <dsp:spPr>
        <a:xfrm>
          <a:off x="0" y="2770827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11356-9944-40FF-B760-79995620BFBD}">
      <dsp:nvSpPr>
        <dsp:cNvPr id="0" name=""/>
        <dsp:cNvSpPr/>
      </dsp:nvSpPr>
      <dsp:spPr>
        <a:xfrm>
          <a:off x="0" y="2770827"/>
          <a:ext cx="6305371" cy="1384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rgbClr val="FF0000"/>
              </a:solidFill>
            </a:rPr>
            <a:t>Fecha de entrega: 13 de abril 2020 a las 23:59</a:t>
          </a:r>
        </a:p>
      </dsp:txBody>
      <dsp:txXfrm>
        <a:off x="0" y="2770827"/>
        <a:ext cx="6305371" cy="1384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1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8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41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4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8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2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5106027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3"/>
            <a:ext cx="5105401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3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30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3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4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3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52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1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1"/>
            <a:ext cx="6200164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68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5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3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81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80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6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7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7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4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2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76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6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6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6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4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1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79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66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4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420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2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2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957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4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513FA8-3D47-43E4-A78D-D1AF865CBB37}" type="datetimeFigureOut">
              <a:rPr lang="es-MX" smtClean="0"/>
              <a:t>24/03/2020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09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Lectura y escritura de archivos usando funciones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69870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ACF1C3-DD89-4624-88A1-BCB5EA071D68}"/>
              </a:ext>
            </a:extLst>
          </p:cNvPr>
          <p:cNvSpPr/>
          <p:nvPr/>
        </p:nvSpPr>
        <p:spPr>
          <a:xfrm>
            <a:off x="1656522" y="1228397"/>
            <a:ext cx="1053547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dirty="0"/>
              <a:t># Librería que nos permitirá abrir archivos </a:t>
            </a:r>
            <a:r>
              <a:rPr lang="es-MX" sz="2800" dirty="0" err="1"/>
              <a:t>txt</a:t>
            </a:r>
            <a:r>
              <a:rPr lang="es-MX" sz="2800" dirty="0"/>
              <a:t> </a:t>
            </a:r>
          </a:p>
          <a:p>
            <a:r>
              <a:rPr lang="es-MX" sz="2800" dirty="0" err="1"/>
              <a:t>using</a:t>
            </a:r>
            <a:r>
              <a:rPr lang="es-MX" sz="2800" dirty="0"/>
              <a:t> System.IO;</a:t>
            </a:r>
          </a:p>
          <a:p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# Método para abrir archivos de texto</a:t>
            </a:r>
          </a:p>
          <a:p>
            <a:r>
              <a:rPr lang="es-MX" sz="2800" dirty="0" err="1"/>
              <a:t>File.ReadAllText</a:t>
            </a:r>
            <a:r>
              <a:rPr lang="es-MX" sz="2800" dirty="0"/>
              <a:t>(@“Ruta\Discurso_AMLO_2019.txt");</a:t>
            </a:r>
          </a:p>
          <a:p>
            <a:endParaRPr lang="es-MX" sz="2800" dirty="0"/>
          </a:p>
          <a:p>
            <a:endParaRPr lang="es-MX" sz="2800" dirty="0"/>
          </a:p>
          <a:p>
            <a:r>
              <a:rPr lang="es-MX" sz="2800" dirty="0"/>
              <a:t># Método para escribir archivos de texto</a:t>
            </a:r>
          </a:p>
          <a:p>
            <a:r>
              <a:rPr lang="es-MX" sz="2800" dirty="0" err="1"/>
              <a:t>File.WriteAllText</a:t>
            </a:r>
            <a:r>
              <a:rPr lang="es-MX" sz="2800" dirty="0"/>
              <a:t>(@“Ruta\WriteLines.txt", texto);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FF097DD-F2BE-426A-97B0-90C344472B8E}"/>
              </a:ext>
            </a:extLst>
          </p:cNvPr>
          <p:cNvCxnSpPr>
            <a:cxnSpLocks/>
          </p:cNvCxnSpPr>
          <p:nvPr/>
        </p:nvCxnSpPr>
        <p:spPr>
          <a:xfrm>
            <a:off x="1656522" y="2186609"/>
            <a:ext cx="24251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BC0C9C5-D387-4703-910F-0FB9110039E6}"/>
              </a:ext>
            </a:extLst>
          </p:cNvPr>
          <p:cNvCxnSpPr>
            <a:cxnSpLocks/>
          </p:cNvCxnSpPr>
          <p:nvPr/>
        </p:nvCxnSpPr>
        <p:spPr>
          <a:xfrm>
            <a:off x="1656522" y="3876261"/>
            <a:ext cx="24251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276DE63-DF86-4E8D-8969-2215F64F0B3A}"/>
              </a:ext>
            </a:extLst>
          </p:cNvPr>
          <p:cNvCxnSpPr>
            <a:cxnSpLocks/>
          </p:cNvCxnSpPr>
          <p:nvPr/>
        </p:nvCxnSpPr>
        <p:spPr>
          <a:xfrm>
            <a:off x="1769165" y="5642854"/>
            <a:ext cx="242514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4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ACF1C3-DD89-4624-88A1-BCB5EA071D68}"/>
              </a:ext>
            </a:extLst>
          </p:cNvPr>
          <p:cNvSpPr/>
          <p:nvPr/>
        </p:nvSpPr>
        <p:spPr>
          <a:xfrm>
            <a:off x="0" y="474345"/>
            <a:ext cx="1200646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# Librería que nos permitirá abrir archivos </a:t>
            </a:r>
            <a:r>
              <a:rPr lang="es-MX" dirty="0" err="1"/>
              <a:t>txt</a:t>
            </a:r>
            <a:r>
              <a:rPr lang="es-MX" dirty="0"/>
              <a:t> </a:t>
            </a:r>
          </a:p>
          <a:p>
            <a:r>
              <a:rPr lang="es-MX" dirty="0" err="1"/>
              <a:t>using</a:t>
            </a:r>
            <a:r>
              <a:rPr lang="es-MX" dirty="0"/>
              <a:t> System.IO;</a:t>
            </a:r>
          </a:p>
          <a:p>
            <a:endParaRPr lang="es-MX" dirty="0"/>
          </a:p>
          <a:p>
            <a:r>
              <a:rPr lang="es-MX" dirty="0" err="1"/>
              <a:t>namespace</a:t>
            </a:r>
            <a:r>
              <a:rPr lang="es-MX" dirty="0"/>
              <a:t> practica3</a:t>
            </a:r>
          </a:p>
          <a:p>
            <a:r>
              <a:rPr lang="es-MX" dirty="0"/>
              <a:t>{</a:t>
            </a:r>
          </a:p>
          <a:p>
            <a:r>
              <a:rPr lang="es-MX" dirty="0"/>
              <a:t>   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Program</a:t>
            </a:r>
            <a:endParaRPr lang="es-MX" dirty="0"/>
          </a:p>
          <a:p>
            <a:r>
              <a:rPr lang="es-MX" dirty="0"/>
              <a:t>    {</a:t>
            </a:r>
          </a:p>
          <a:p>
            <a:r>
              <a:rPr lang="es-MX" dirty="0"/>
              <a:t>        </a:t>
            </a:r>
            <a:r>
              <a:rPr lang="es-MX" dirty="0" err="1"/>
              <a:t>static</a:t>
            </a:r>
            <a:r>
              <a:rPr lang="es-MX" dirty="0"/>
              <a:t> </a:t>
            </a:r>
            <a:r>
              <a:rPr lang="es-MX" dirty="0" err="1"/>
              <a:t>void</a:t>
            </a:r>
            <a:r>
              <a:rPr lang="es-MX" dirty="0"/>
              <a:t> </a:t>
            </a:r>
            <a:r>
              <a:rPr lang="es-MX" dirty="0" err="1"/>
              <a:t>Main</a:t>
            </a:r>
            <a:r>
              <a:rPr lang="es-MX" dirty="0"/>
              <a:t>(</a:t>
            </a:r>
            <a:r>
              <a:rPr lang="es-MX" dirty="0" err="1"/>
              <a:t>string</a:t>
            </a:r>
            <a:r>
              <a:rPr lang="es-MX" dirty="0"/>
              <a:t>[] </a:t>
            </a:r>
            <a:r>
              <a:rPr lang="es-MX" dirty="0" err="1"/>
              <a:t>args</a:t>
            </a:r>
            <a:r>
              <a:rPr lang="es-MX" dirty="0"/>
              <a:t>)</a:t>
            </a:r>
          </a:p>
          <a:p>
            <a:r>
              <a:rPr lang="es-MX" dirty="0"/>
              <a:t>        {</a:t>
            </a:r>
          </a:p>
          <a:p>
            <a:r>
              <a:rPr lang="es-MX" dirty="0"/>
              <a:t>            </a:t>
            </a:r>
            <a:r>
              <a:rPr lang="es-MX" dirty="0" err="1"/>
              <a:t>string</a:t>
            </a:r>
            <a:r>
              <a:rPr lang="es-MX" dirty="0"/>
              <a:t> texto = </a:t>
            </a:r>
            <a:r>
              <a:rPr lang="es-MX" dirty="0" err="1"/>
              <a:t>File.ReadAllText</a:t>
            </a:r>
            <a:r>
              <a:rPr lang="es-MX" dirty="0"/>
              <a:t>(@"C:\Users\Ruta de la carpeta donde guardaron el archivo\Discurso_AMLO_2019.txt");</a:t>
            </a:r>
          </a:p>
          <a:p>
            <a:endParaRPr lang="es-MX" dirty="0"/>
          </a:p>
          <a:p>
            <a:r>
              <a:rPr lang="es-MX" dirty="0"/>
              <a:t>            // Muestra el contenido del archivo en la consola. La variable texto es un </a:t>
            </a:r>
            <a:r>
              <a:rPr lang="es-MX" dirty="0" err="1"/>
              <a:t>string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            </a:t>
            </a:r>
            <a:r>
              <a:rPr lang="es-MX" dirty="0" err="1"/>
              <a:t>Console.WriteLine</a:t>
            </a:r>
            <a:r>
              <a:rPr lang="es-MX" dirty="0"/>
              <a:t>(texto);</a:t>
            </a:r>
          </a:p>
          <a:p>
            <a:endParaRPr lang="es-MX" dirty="0"/>
          </a:p>
          <a:p>
            <a:r>
              <a:rPr lang="es-MX" dirty="0"/>
              <a:t>            </a:t>
            </a:r>
            <a:r>
              <a:rPr lang="es-MX" dirty="0" err="1"/>
              <a:t>File.WriteAllText</a:t>
            </a:r>
            <a:r>
              <a:rPr lang="es-MX" dirty="0"/>
              <a:t>(@"C:\Users\Ruta de la carpeta donde guardaron el archivo\WriteLines.txt", texto);</a:t>
            </a:r>
          </a:p>
          <a:p>
            <a:r>
              <a:rPr lang="es-MX" dirty="0"/>
              <a:t>        }</a:t>
            </a:r>
          </a:p>
          <a:p>
            <a:endParaRPr lang="es-MX" dirty="0"/>
          </a:p>
          <a:p>
            <a:r>
              <a:rPr lang="es-MX" dirty="0"/>
              <a:t>    }</a:t>
            </a:r>
          </a:p>
          <a:p>
            <a:r>
              <a:rPr lang="es-MX" dirty="0"/>
              <a:t>}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FF097DD-F2BE-426A-97B0-90C344472B8E}"/>
              </a:ext>
            </a:extLst>
          </p:cNvPr>
          <p:cNvCxnSpPr/>
          <p:nvPr/>
        </p:nvCxnSpPr>
        <p:spPr>
          <a:xfrm>
            <a:off x="185530" y="1113183"/>
            <a:ext cx="170953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29BFE36-E2D6-41DB-865B-41D49131FCD3}"/>
              </a:ext>
            </a:extLst>
          </p:cNvPr>
          <p:cNvCxnSpPr>
            <a:cxnSpLocks/>
          </p:cNvCxnSpPr>
          <p:nvPr/>
        </p:nvCxnSpPr>
        <p:spPr>
          <a:xfrm>
            <a:off x="4260573" y="3369366"/>
            <a:ext cx="5055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13E96F6-DBBF-42A8-845B-24499250BD88}"/>
              </a:ext>
            </a:extLst>
          </p:cNvPr>
          <p:cNvCxnSpPr>
            <a:cxnSpLocks/>
          </p:cNvCxnSpPr>
          <p:nvPr/>
        </p:nvCxnSpPr>
        <p:spPr>
          <a:xfrm>
            <a:off x="2968486" y="4939749"/>
            <a:ext cx="505570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be 4">
            <a:extLst>
              <a:ext uri="{FF2B5EF4-FFF2-40B4-BE49-F238E27FC236}">
                <a16:creationId xmlns:a16="http://schemas.microsoft.com/office/drawing/2014/main" id="{5ECE3824-C728-470E-816E-406FC32E2AF2}"/>
              </a:ext>
            </a:extLst>
          </p:cNvPr>
          <p:cNvSpPr/>
          <p:nvPr/>
        </p:nvSpPr>
        <p:spPr>
          <a:xfrm>
            <a:off x="5473148" y="371065"/>
            <a:ext cx="6427303" cy="202757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/>
              <a:t>No olvides dar la ruta de acceso correcta para el archivo.</a:t>
            </a:r>
          </a:p>
          <a:p>
            <a:r>
              <a:rPr lang="es-MX" b="1" dirty="0"/>
              <a:t>Esta ruta es donde hayas almacenado el archivo </a:t>
            </a:r>
            <a:r>
              <a:rPr lang="es-MX" b="1" dirty="0" err="1"/>
              <a:t>txt</a:t>
            </a:r>
            <a:r>
              <a:rPr lang="es-MX" b="1" dirty="0"/>
              <a:t> a leer.</a:t>
            </a:r>
          </a:p>
          <a:p>
            <a:pPr algn="ctr"/>
            <a:endParaRPr lang="es-MX" b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E1DC2C67-2B20-4A2E-B235-C801D4895C4D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024192" y="2396477"/>
            <a:ext cx="662608" cy="54550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8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Lectura y escritura de archivos usando funciones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9871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31685707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567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13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08363267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227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55129848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2075807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430</Words>
  <Application>Microsoft Office PowerPoint</Application>
  <PresentationFormat>Panorámica</PresentationFormat>
  <Paragraphs>54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Tw Cen MT</vt:lpstr>
      <vt:lpstr>Gota</vt:lpstr>
      <vt:lpstr>Lectura y escritura de archivos usando funciones</vt:lpstr>
      <vt:lpstr>Presentación de PowerPoint</vt:lpstr>
      <vt:lpstr>Presentación de PowerPoint</vt:lpstr>
      <vt:lpstr>Lectura y escritura de archivos usando funciones</vt:lpstr>
      <vt:lpstr>Actividad</vt:lpstr>
      <vt:lpstr>Actividad</vt:lpstr>
      <vt:lpstr>Actividad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 Strings</dc:title>
  <dc:creator>carolina hernandez</dc:creator>
  <cp:lastModifiedBy>Edgar Avalos Gauna</cp:lastModifiedBy>
  <cp:revision>6</cp:revision>
  <dcterms:created xsi:type="dcterms:W3CDTF">2020-03-18T22:38:50Z</dcterms:created>
  <dcterms:modified xsi:type="dcterms:W3CDTF">2020-03-24T19:03:35Z</dcterms:modified>
</cp:coreProperties>
</file>