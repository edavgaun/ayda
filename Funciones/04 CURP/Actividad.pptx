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62" r:id="rId2"/>
    <p:sldId id="264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1A17E4-57F9-492C-9CD6-E9B369BE60F9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B9EA35F-9EA8-442A-80CD-A2CA80078A40}">
      <dgm:prSet/>
      <dgm:spPr/>
      <dgm:t>
        <a:bodyPr/>
        <a:lstStyle/>
        <a:p>
          <a:r>
            <a:rPr lang="en-US" dirty="0" err="1"/>
            <a:t>Realice</a:t>
          </a:r>
          <a:r>
            <a:rPr lang="en-US" dirty="0"/>
            <a:t> un </a:t>
          </a:r>
          <a:r>
            <a:rPr lang="en-US" dirty="0" err="1"/>
            <a:t>programa</a:t>
          </a:r>
          <a:r>
            <a:rPr lang="en-US" dirty="0"/>
            <a:t> que </a:t>
          </a:r>
          <a:r>
            <a:rPr lang="en-US" dirty="0" err="1"/>
            <a:t>reciba</a:t>
          </a:r>
          <a:r>
            <a:rPr lang="en-US" dirty="0"/>
            <a:t> los </a:t>
          </a:r>
          <a:r>
            <a:rPr lang="en-US" dirty="0" err="1"/>
            <a:t>datos</a:t>
          </a:r>
          <a:r>
            <a:rPr lang="en-US" dirty="0"/>
            <a:t> </a:t>
          </a:r>
          <a:r>
            <a:rPr lang="en-US" dirty="0" err="1"/>
            <a:t>personales</a:t>
          </a:r>
          <a:r>
            <a:rPr lang="en-US" dirty="0"/>
            <a:t> de un </a:t>
          </a:r>
          <a:r>
            <a:rPr lang="en-US" dirty="0" err="1"/>
            <a:t>individuo</a:t>
          </a:r>
          <a:r>
            <a:rPr lang="en-US" dirty="0"/>
            <a:t>, y a </a:t>
          </a:r>
          <a:r>
            <a:rPr lang="en-US" dirty="0" err="1"/>
            <a:t>partir</a:t>
          </a:r>
          <a:r>
            <a:rPr lang="en-US" dirty="0"/>
            <a:t> de </a:t>
          </a:r>
          <a:r>
            <a:rPr lang="en-US" dirty="0" err="1"/>
            <a:t>funciones</a:t>
          </a:r>
          <a:r>
            <a:rPr lang="en-US" dirty="0"/>
            <a:t> </a:t>
          </a:r>
          <a:r>
            <a:rPr lang="en-US" dirty="0" err="1"/>
            <a:t>personalizadas</a:t>
          </a:r>
          <a:r>
            <a:rPr lang="en-US" dirty="0"/>
            <a:t>, determine </a:t>
          </a:r>
          <a:r>
            <a:rPr lang="en-US" dirty="0" err="1"/>
            <a:t>su</a:t>
          </a:r>
          <a:r>
            <a:rPr lang="en-US" dirty="0"/>
            <a:t> CURP.</a:t>
          </a:r>
        </a:p>
      </dgm:t>
    </dgm:pt>
    <dgm:pt modelId="{3AD3BF8C-5C86-423F-91CD-F16E74FDEF05}" type="parTrans" cxnId="{47A35806-1547-46E0-ABED-B2F34D556A75}">
      <dgm:prSet/>
      <dgm:spPr/>
      <dgm:t>
        <a:bodyPr/>
        <a:lstStyle/>
        <a:p>
          <a:endParaRPr lang="en-US" sz="2800"/>
        </a:p>
      </dgm:t>
    </dgm:pt>
    <dgm:pt modelId="{DA859E8C-7A8E-4306-A7FE-098984535227}" type="sibTrans" cxnId="{47A35806-1547-46E0-ABED-B2F34D556A75}">
      <dgm:prSet/>
      <dgm:spPr/>
      <dgm:t>
        <a:bodyPr/>
        <a:lstStyle/>
        <a:p>
          <a:endParaRPr lang="en-US"/>
        </a:p>
      </dgm:t>
    </dgm:pt>
    <dgm:pt modelId="{C0D8497D-CE56-47E1-A4BF-873EE149A565}">
      <dgm:prSet/>
      <dgm:spPr/>
      <dgm:t>
        <a:bodyPr/>
        <a:lstStyle/>
        <a:p>
          <a:r>
            <a:rPr lang="en-US" dirty="0" err="1"/>
            <a:t>Deberá</a:t>
          </a:r>
          <a:r>
            <a:rPr lang="en-US" dirty="0"/>
            <a:t> </a:t>
          </a:r>
          <a:r>
            <a:rPr lang="en-US" dirty="0" err="1"/>
            <a:t>hacer</a:t>
          </a:r>
          <a:r>
            <a:rPr lang="en-US" dirty="0"/>
            <a:t> </a:t>
          </a:r>
          <a:r>
            <a:rPr lang="en-US" dirty="0" err="1"/>
            <a:t>uso</a:t>
          </a:r>
          <a:r>
            <a:rPr lang="en-US" dirty="0"/>
            <a:t> de una </a:t>
          </a:r>
          <a:r>
            <a:rPr lang="en-US" dirty="0" err="1"/>
            <a:t>función</a:t>
          </a:r>
          <a:r>
            <a:rPr lang="en-US" dirty="0"/>
            <a:t> </a:t>
          </a:r>
          <a:r>
            <a:rPr lang="en-US" dirty="0" err="1"/>
            <a:t>personalizada</a:t>
          </a:r>
          <a:r>
            <a:rPr lang="en-US" dirty="0"/>
            <a:t> para </a:t>
          </a:r>
          <a:r>
            <a:rPr lang="en-US" dirty="0" err="1"/>
            <a:t>cada</a:t>
          </a:r>
          <a:r>
            <a:rPr lang="en-US" dirty="0"/>
            <a:t> uno de los </a:t>
          </a:r>
          <a:r>
            <a:rPr lang="en-US" dirty="0" err="1"/>
            <a:t>digito</a:t>
          </a:r>
          <a:r>
            <a:rPr lang="en-US" dirty="0"/>
            <a:t>(s). </a:t>
          </a:r>
          <a:r>
            <a:rPr lang="en-US" dirty="0" err="1"/>
            <a:t>Ejemplo</a:t>
          </a:r>
          <a:r>
            <a:rPr lang="en-US" dirty="0"/>
            <a:t>, una </a:t>
          </a:r>
          <a:r>
            <a:rPr lang="en-US" dirty="0" err="1"/>
            <a:t>función</a:t>
          </a:r>
          <a:r>
            <a:rPr lang="en-US" dirty="0"/>
            <a:t> que </a:t>
          </a:r>
          <a:r>
            <a:rPr lang="en-US" dirty="0" err="1"/>
            <a:t>sustraiga</a:t>
          </a:r>
          <a:r>
            <a:rPr lang="en-US" dirty="0"/>
            <a:t> la </a:t>
          </a:r>
          <a:r>
            <a:rPr lang="en-US" dirty="0" err="1"/>
            <a:t>inicial</a:t>
          </a:r>
          <a:r>
            <a:rPr lang="en-US" dirty="0"/>
            <a:t> del </a:t>
          </a:r>
          <a:r>
            <a:rPr lang="en-US" dirty="0" err="1"/>
            <a:t>apellido</a:t>
          </a:r>
          <a:r>
            <a:rPr lang="en-US" dirty="0"/>
            <a:t> </a:t>
          </a:r>
          <a:r>
            <a:rPr lang="en-US" dirty="0" err="1"/>
            <a:t>paterno</a:t>
          </a:r>
          <a:r>
            <a:rPr lang="en-US" dirty="0"/>
            <a:t>.</a:t>
          </a:r>
        </a:p>
      </dgm:t>
    </dgm:pt>
    <dgm:pt modelId="{18896EDB-A32B-4547-B8CA-75094C9B0974}" type="parTrans" cxnId="{95DC3D5A-C963-4BEF-B2D7-985B14DAAE9C}">
      <dgm:prSet/>
      <dgm:spPr/>
      <dgm:t>
        <a:bodyPr/>
        <a:lstStyle/>
        <a:p>
          <a:endParaRPr lang="es-MX"/>
        </a:p>
      </dgm:t>
    </dgm:pt>
    <dgm:pt modelId="{654E4879-99FA-4FB2-8F6F-BE7175415920}" type="sibTrans" cxnId="{95DC3D5A-C963-4BEF-B2D7-985B14DAAE9C}">
      <dgm:prSet/>
      <dgm:spPr/>
      <dgm:t>
        <a:bodyPr/>
        <a:lstStyle/>
        <a:p>
          <a:endParaRPr lang="es-MX"/>
        </a:p>
      </dgm:t>
    </dgm:pt>
    <dgm:pt modelId="{6876BA8E-A196-404D-A694-5F5F79C38B1C}">
      <dgm:prSet/>
      <dgm:spPr/>
      <dgm:t>
        <a:bodyPr/>
        <a:lstStyle/>
        <a:p>
          <a:r>
            <a:rPr lang="en-US" dirty="0"/>
            <a:t>El </a:t>
          </a:r>
          <a:r>
            <a:rPr lang="en-US" dirty="0" err="1"/>
            <a:t>resultado</a:t>
          </a:r>
          <a:r>
            <a:rPr lang="en-US" dirty="0"/>
            <a:t> final </a:t>
          </a:r>
          <a:r>
            <a:rPr lang="en-US" dirty="0" err="1"/>
            <a:t>deberá</a:t>
          </a:r>
          <a:r>
            <a:rPr lang="en-US" dirty="0"/>
            <a:t> </a:t>
          </a:r>
          <a:r>
            <a:rPr lang="en-US" dirty="0" err="1"/>
            <a:t>imprimirse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pantalla</a:t>
          </a:r>
          <a:r>
            <a:rPr lang="en-US" dirty="0"/>
            <a:t> </a:t>
          </a:r>
          <a:r>
            <a:rPr lang="en-US" dirty="0" err="1"/>
            <a:t>cambiando</a:t>
          </a:r>
          <a:r>
            <a:rPr lang="en-US" dirty="0"/>
            <a:t> el color de </a:t>
          </a:r>
          <a:r>
            <a:rPr lang="en-US" dirty="0" err="1"/>
            <a:t>fondo</a:t>
          </a:r>
          <a:r>
            <a:rPr lang="en-US" dirty="0"/>
            <a:t> a cyan.</a:t>
          </a:r>
        </a:p>
      </dgm:t>
    </dgm:pt>
    <dgm:pt modelId="{848DBCFE-F639-406D-AE42-D3C64A3AD675}" type="parTrans" cxnId="{65996595-E026-49FE-9ED8-730C1C47E696}">
      <dgm:prSet/>
      <dgm:spPr/>
      <dgm:t>
        <a:bodyPr/>
        <a:lstStyle/>
        <a:p>
          <a:endParaRPr lang="es-MX"/>
        </a:p>
      </dgm:t>
    </dgm:pt>
    <dgm:pt modelId="{5FEC2117-9283-4F40-95EF-15FB8220F709}" type="sibTrans" cxnId="{65996595-E026-49FE-9ED8-730C1C47E696}">
      <dgm:prSet/>
      <dgm:spPr/>
      <dgm:t>
        <a:bodyPr/>
        <a:lstStyle/>
        <a:p>
          <a:endParaRPr lang="es-MX"/>
        </a:p>
      </dgm:t>
    </dgm:pt>
    <dgm:pt modelId="{2A102662-4BCD-4CF5-86BF-8CC16E6FCEF0}" type="pres">
      <dgm:prSet presAssocID="{0D1A17E4-57F9-492C-9CD6-E9B369BE60F9}" presName="vert0" presStyleCnt="0">
        <dgm:presLayoutVars>
          <dgm:dir/>
          <dgm:animOne val="branch"/>
          <dgm:animLvl val="lvl"/>
        </dgm:presLayoutVars>
      </dgm:prSet>
      <dgm:spPr/>
    </dgm:pt>
    <dgm:pt modelId="{14E51C23-8BEA-4776-B0F2-BEFAF6DB2C3B}" type="pres">
      <dgm:prSet presAssocID="{EB9EA35F-9EA8-442A-80CD-A2CA80078A40}" presName="thickLine" presStyleLbl="alignNode1" presStyleIdx="0" presStyleCnt="3"/>
      <dgm:spPr/>
    </dgm:pt>
    <dgm:pt modelId="{EBA961D1-0DFB-4F84-BE45-D608121A686C}" type="pres">
      <dgm:prSet presAssocID="{EB9EA35F-9EA8-442A-80CD-A2CA80078A40}" presName="horz1" presStyleCnt="0"/>
      <dgm:spPr/>
    </dgm:pt>
    <dgm:pt modelId="{F2C71490-E6FA-4C91-8D2C-5E858659D261}" type="pres">
      <dgm:prSet presAssocID="{EB9EA35F-9EA8-442A-80CD-A2CA80078A40}" presName="tx1" presStyleLbl="revTx" presStyleIdx="0" presStyleCnt="3"/>
      <dgm:spPr/>
    </dgm:pt>
    <dgm:pt modelId="{8B5D6885-3771-42B6-89F3-80C9F0FE41C0}" type="pres">
      <dgm:prSet presAssocID="{EB9EA35F-9EA8-442A-80CD-A2CA80078A40}" presName="vert1" presStyleCnt="0"/>
      <dgm:spPr/>
    </dgm:pt>
    <dgm:pt modelId="{359C0A83-C6DF-45D5-81E2-8F01BC30A121}" type="pres">
      <dgm:prSet presAssocID="{C0D8497D-CE56-47E1-A4BF-873EE149A565}" presName="thickLine" presStyleLbl="alignNode1" presStyleIdx="1" presStyleCnt="3"/>
      <dgm:spPr/>
    </dgm:pt>
    <dgm:pt modelId="{A561CD08-6D14-4DAA-9B04-013D5EC562E0}" type="pres">
      <dgm:prSet presAssocID="{C0D8497D-CE56-47E1-A4BF-873EE149A565}" presName="horz1" presStyleCnt="0"/>
      <dgm:spPr/>
    </dgm:pt>
    <dgm:pt modelId="{D6174D47-9DBC-439F-9B0C-121EBB25FC0F}" type="pres">
      <dgm:prSet presAssocID="{C0D8497D-CE56-47E1-A4BF-873EE149A565}" presName="tx1" presStyleLbl="revTx" presStyleIdx="1" presStyleCnt="3"/>
      <dgm:spPr/>
    </dgm:pt>
    <dgm:pt modelId="{CD0C12DB-3863-4AD2-ABD0-CB85E7C6EF80}" type="pres">
      <dgm:prSet presAssocID="{C0D8497D-CE56-47E1-A4BF-873EE149A565}" presName="vert1" presStyleCnt="0"/>
      <dgm:spPr/>
    </dgm:pt>
    <dgm:pt modelId="{656E4977-C370-4854-83C2-B58B5484056D}" type="pres">
      <dgm:prSet presAssocID="{6876BA8E-A196-404D-A694-5F5F79C38B1C}" presName="thickLine" presStyleLbl="alignNode1" presStyleIdx="2" presStyleCnt="3"/>
      <dgm:spPr/>
    </dgm:pt>
    <dgm:pt modelId="{4410D2C5-7A6C-403A-B619-8E381A7E215E}" type="pres">
      <dgm:prSet presAssocID="{6876BA8E-A196-404D-A694-5F5F79C38B1C}" presName="horz1" presStyleCnt="0"/>
      <dgm:spPr/>
    </dgm:pt>
    <dgm:pt modelId="{295C0DEA-5E81-4C09-B243-6DA497C9F9F5}" type="pres">
      <dgm:prSet presAssocID="{6876BA8E-A196-404D-A694-5F5F79C38B1C}" presName="tx1" presStyleLbl="revTx" presStyleIdx="2" presStyleCnt="3"/>
      <dgm:spPr/>
    </dgm:pt>
    <dgm:pt modelId="{0A210233-AFDB-4715-A100-09322BC68843}" type="pres">
      <dgm:prSet presAssocID="{6876BA8E-A196-404D-A694-5F5F79C38B1C}" presName="vert1" presStyleCnt="0"/>
      <dgm:spPr/>
    </dgm:pt>
  </dgm:ptLst>
  <dgm:cxnLst>
    <dgm:cxn modelId="{47A35806-1547-46E0-ABED-B2F34D556A75}" srcId="{0D1A17E4-57F9-492C-9CD6-E9B369BE60F9}" destId="{EB9EA35F-9EA8-442A-80CD-A2CA80078A40}" srcOrd="0" destOrd="0" parTransId="{3AD3BF8C-5C86-423F-91CD-F16E74FDEF05}" sibTransId="{DA859E8C-7A8E-4306-A7FE-098984535227}"/>
    <dgm:cxn modelId="{1822BD36-AB9F-4691-8658-5404DEC14C8F}" type="presOf" srcId="{EB9EA35F-9EA8-442A-80CD-A2CA80078A40}" destId="{F2C71490-E6FA-4C91-8D2C-5E858659D261}" srcOrd="0" destOrd="0" presId="urn:microsoft.com/office/officeart/2008/layout/LinedList"/>
    <dgm:cxn modelId="{95DC3D5A-C963-4BEF-B2D7-985B14DAAE9C}" srcId="{0D1A17E4-57F9-492C-9CD6-E9B369BE60F9}" destId="{C0D8497D-CE56-47E1-A4BF-873EE149A565}" srcOrd="1" destOrd="0" parTransId="{18896EDB-A32B-4547-B8CA-75094C9B0974}" sibTransId="{654E4879-99FA-4FB2-8F6F-BE7175415920}"/>
    <dgm:cxn modelId="{65996595-E026-49FE-9ED8-730C1C47E696}" srcId="{0D1A17E4-57F9-492C-9CD6-E9B369BE60F9}" destId="{6876BA8E-A196-404D-A694-5F5F79C38B1C}" srcOrd="2" destOrd="0" parTransId="{848DBCFE-F639-406D-AE42-D3C64A3AD675}" sibTransId="{5FEC2117-9283-4F40-95EF-15FB8220F709}"/>
    <dgm:cxn modelId="{13501C96-25ED-40A3-913C-EEF74A5291E1}" type="presOf" srcId="{6876BA8E-A196-404D-A694-5F5F79C38B1C}" destId="{295C0DEA-5E81-4C09-B243-6DA497C9F9F5}" srcOrd="0" destOrd="0" presId="urn:microsoft.com/office/officeart/2008/layout/LinedList"/>
    <dgm:cxn modelId="{87D8FB99-619F-417E-83B4-0E84FD61B054}" type="presOf" srcId="{C0D8497D-CE56-47E1-A4BF-873EE149A565}" destId="{D6174D47-9DBC-439F-9B0C-121EBB25FC0F}" srcOrd="0" destOrd="0" presId="urn:microsoft.com/office/officeart/2008/layout/LinedList"/>
    <dgm:cxn modelId="{CCB088B7-4B52-4E6A-9A15-88E41C731380}" type="presOf" srcId="{0D1A17E4-57F9-492C-9CD6-E9B369BE60F9}" destId="{2A102662-4BCD-4CF5-86BF-8CC16E6FCEF0}" srcOrd="0" destOrd="0" presId="urn:microsoft.com/office/officeart/2008/layout/LinedList"/>
    <dgm:cxn modelId="{2AD5109D-9BB5-4D84-991F-D19566826BF4}" type="presParOf" srcId="{2A102662-4BCD-4CF5-86BF-8CC16E6FCEF0}" destId="{14E51C23-8BEA-4776-B0F2-BEFAF6DB2C3B}" srcOrd="0" destOrd="0" presId="urn:microsoft.com/office/officeart/2008/layout/LinedList"/>
    <dgm:cxn modelId="{6BE70211-668E-43FC-AA91-8C7E2C1479F1}" type="presParOf" srcId="{2A102662-4BCD-4CF5-86BF-8CC16E6FCEF0}" destId="{EBA961D1-0DFB-4F84-BE45-D608121A686C}" srcOrd="1" destOrd="0" presId="urn:microsoft.com/office/officeart/2008/layout/LinedList"/>
    <dgm:cxn modelId="{42BD5D77-2DF7-458E-AAD1-B3B73872382F}" type="presParOf" srcId="{EBA961D1-0DFB-4F84-BE45-D608121A686C}" destId="{F2C71490-E6FA-4C91-8D2C-5E858659D261}" srcOrd="0" destOrd="0" presId="urn:microsoft.com/office/officeart/2008/layout/LinedList"/>
    <dgm:cxn modelId="{C2D7DB07-C187-4B3A-86EA-77099054EAA9}" type="presParOf" srcId="{EBA961D1-0DFB-4F84-BE45-D608121A686C}" destId="{8B5D6885-3771-42B6-89F3-80C9F0FE41C0}" srcOrd="1" destOrd="0" presId="urn:microsoft.com/office/officeart/2008/layout/LinedList"/>
    <dgm:cxn modelId="{1810F2CF-A4FF-4818-836C-56F2413B9436}" type="presParOf" srcId="{2A102662-4BCD-4CF5-86BF-8CC16E6FCEF0}" destId="{359C0A83-C6DF-45D5-81E2-8F01BC30A121}" srcOrd="2" destOrd="0" presId="urn:microsoft.com/office/officeart/2008/layout/LinedList"/>
    <dgm:cxn modelId="{12039784-E5CC-410B-9927-2732A705FCE5}" type="presParOf" srcId="{2A102662-4BCD-4CF5-86BF-8CC16E6FCEF0}" destId="{A561CD08-6D14-4DAA-9B04-013D5EC562E0}" srcOrd="3" destOrd="0" presId="urn:microsoft.com/office/officeart/2008/layout/LinedList"/>
    <dgm:cxn modelId="{7FE087F6-2306-4A5B-9A82-ABF93BB94384}" type="presParOf" srcId="{A561CD08-6D14-4DAA-9B04-013D5EC562E0}" destId="{D6174D47-9DBC-439F-9B0C-121EBB25FC0F}" srcOrd="0" destOrd="0" presId="urn:microsoft.com/office/officeart/2008/layout/LinedList"/>
    <dgm:cxn modelId="{E8582F0C-1060-40DD-9F07-C5723635FCC9}" type="presParOf" srcId="{A561CD08-6D14-4DAA-9B04-013D5EC562E0}" destId="{CD0C12DB-3863-4AD2-ABD0-CB85E7C6EF80}" srcOrd="1" destOrd="0" presId="urn:microsoft.com/office/officeart/2008/layout/LinedList"/>
    <dgm:cxn modelId="{9B69FAC7-BC0A-496B-AAB5-66DC31655855}" type="presParOf" srcId="{2A102662-4BCD-4CF5-86BF-8CC16E6FCEF0}" destId="{656E4977-C370-4854-83C2-B58B5484056D}" srcOrd="4" destOrd="0" presId="urn:microsoft.com/office/officeart/2008/layout/LinedList"/>
    <dgm:cxn modelId="{27B9DFBE-3D49-4CFA-BCE5-21C9BAAB6870}" type="presParOf" srcId="{2A102662-4BCD-4CF5-86BF-8CC16E6FCEF0}" destId="{4410D2C5-7A6C-403A-B619-8E381A7E215E}" srcOrd="5" destOrd="0" presId="urn:microsoft.com/office/officeart/2008/layout/LinedList"/>
    <dgm:cxn modelId="{648BD40C-E99E-4908-8984-2C1279E1C66B}" type="presParOf" srcId="{4410D2C5-7A6C-403A-B619-8E381A7E215E}" destId="{295C0DEA-5E81-4C09-B243-6DA497C9F9F5}" srcOrd="0" destOrd="0" presId="urn:microsoft.com/office/officeart/2008/layout/LinedList"/>
    <dgm:cxn modelId="{888B30FA-C86E-472C-9585-0C83870D0F86}" type="presParOf" srcId="{4410D2C5-7A6C-403A-B619-8E381A7E215E}" destId="{0A210233-AFDB-4715-A100-09322BC6884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E51C23-8BEA-4776-B0F2-BEFAF6DB2C3B}">
      <dsp:nvSpPr>
        <dsp:cNvPr id="0" name=""/>
        <dsp:cNvSpPr/>
      </dsp:nvSpPr>
      <dsp:spPr>
        <a:xfrm>
          <a:off x="0" y="2744"/>
          <a:ext cx="490430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2C71490-E6FA-4C91-8D2C-5E858659D261}">
      <dsp:nvSpPr>
        <dsp:cNvPr id="0" name=""/>
        <dsp:cNvSpPr/>
      </dsp:nvSpPr>
      <dsp:spPr>
        <a:xfrm>
          <a:off x="0" y="2744"/>
          <a:ext cx="4904308" cy="187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Realice</a:t>
          </a:r>
          <a:r>
            <a:rPr lang="en-US" sz="2600" kern="1200" dirty="0"/>
            <a:t> un </a:t>
          </a:r>
          <a:r>
            <a:rPr lang="en-US" sz="2600" kern="1200" dirty="0" err="1"/>
            <a:t>programa</a:t>
          </a:r>
          <a:r>
            <a:rPr lang="en-US" sz="2600" kern="1200" dirty="0"/>
            <a:t> que </a:t>
          </a:r>
          <a:r>
            <a:rPr lang="en-US" sz="2600" kern="1200" dirty="0" err="1"/>
            <a:t>reciba</a:t>
          </a:r>
          <a:r>
            <a:rPr lang="en-US" sz="2600" kern="1200" dirty="0"/>
            <a:t> los </a:t>
          </a:r>
          <a:r>
            <a:rPr lang="en-US" sz="2600" kern="1200" dirty="0" err="1"/>
            <a:t>datos</a:t>
          </a:r>
          <a:r>
            <a:rPr lang="en-US" sz="2600" kern="1200" dirty="0"/>
            <a:t> </a:t>
          </a:r>
          <a:r>
            <a:rPr lang="en-US" sz="2600" kern="1200" dirty="0" err="1"/>
            <a:t>personales</a:t>
          </a:r>
          <a:r>
            <a:rPr lang="en-US" sz="2600" kern="1200" dirty="0"/>
            <a:t> de un </a:t>
          </a:r>
          <a:r>
            <a:rPr lang="en-US" sz="2600" kern="1200" dirty="0" err="1"/>
            <a:t>individuo</a:t>
          </a:r>
          <a:r>
            <a:rPr lang="en-US" sz="2600" kern="1200" dirty="0"/>
            <a:t>, y a </a:t>
          </a:r>
          <a:r>
            <a:rPr lang="en-US" sz="2600" kern="1200" dirty="0" err="1"/>
            <a:t>partir</a:t>
          </a:r>
          <a:r>
            <a:rPr lang="en-US" sz="2600" kern="1200" dirty="0"/>
            <a:t> de </a:t>
          </a:r>
          <a:r>
            <a:rPr lang="en-US" sz="2600" kern="1200" dirty="0" err="1"/>
            <a:t>funciones</a:t>
          </a:r>
          <a:r>
            <a:rPr lang="en-US" sz="2600" kern="1200" dirty="0"/>
            <a:t> </a:t>
          </a:r>
          <a:r>
            <a:rPr lang="en-US" sz="2600" kern="1200" dirty="0" err="1"/>
            <a:t>personalizadas</a:t>
          </a:r>
          <a:r>
            <a:rPr lang="en-US" sz="2600" kern="1200" dirty="0"/>
            <a:t>, determine </a:t>
          </a:r>
          <a:r>
            <a:rPr lang="en-US" sz="2600" kern="1200" dirty="0" err="1"/>
            <a:t>su</a:t>
          </a:r>
          <a:r>
            <a:rPr lang="en-US" sz="2600" kern="1200" dirty="0"/>
            <a:t> CURP.</a:t>
          </a:r>
        </a:p>
      </dsp:txBody>
      <dsp:txXfrm>
        <a:off x="0" y="2744"/>
        <a:ext cx="4904308" cy="1871466"/>
      </dsp:txXfrm>
    </dsp:sp>
    <dsp:sp modelId="{359C0A83-C6DF-45D5-81E2-8F01BC30A121}">
      <dsp:nvSpPr>
        <dsp:cNvPr id="0" name=""/>
        <dsp:cNvSpPr/>
      </dsp:nvSpPr>
      <dsp:spPr>
        <a:xfrm>
          <a:off x="0" y="1874210"/>
          <a:ext cx="490430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6174D47-9DBC-439F-9B0C-121EBB25FC0F}">
      <dsp:nvSpPr>
        <dsp:cNvPr id="0" name=""/>
        <dsp:cNvSpPr/>
      </dsp:nvSpPr>
      <dsp:spPr>
        <a:xfrm>
          <a:off x="0" y="1874210"/>
          <a:ext cx="4904308" cy="187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Deberá</a:t>
          </a:r>
          <a:r>
            <a:rPr lang="en-US" sz="2600" kern="1200" dirty="0"/>
            <a:t> </a:t>
          </a:r>
          <a:r>
            <a:rPr lang="en-US" sz="2600" kern="1200" dirty="0" err="1"/>
            <a:t>hacer</a:t>
          </a:r>
          <a:r>
            <a:rPr lang="en-US" sz="2600" kern="1200" dirty="0"/>
            <a:t> </a:t>
          </a:r>
          <a:r>
            <a:rPr lang="en-US" sz="2600" kern="1200" dirty="0" err="1"/>
            <a:t>uso</a:t>
          </a:r>
          <a:r>
            <a:rPr lang="en-US" sz="2600" kern="1200" dirty="0"/>
            <a:t> de una </a:t>
          </a:r>
          <a:r>
            <a:rPr lang="en-US" sz="2600" kern="1200" dirty="0" err="1"/>
            <a:t>función</a:t>
          </a:r>
          <a:r>
            <a:rPr lang="en-US" sz="2600" kern="1200" dirty="0"/>
            <a:t> </a:t>
          </a:r>
          <a:r>
            <a:rPr lang="en-US" sz="2600" kern="1200" dirty="0" err="1"/>
            <a:t>personalizada</a:t>
          </a:r>
          <a:r>
            <a:rPr lang="en-US" sz="2600" kern="1200" dirty="0"/>
            <a:t> para </a:t>
          </a:r>
          <a:r>
            <a:rPr lang="en-US" sz="2600" kern="1200" dirty="0" err="1"/>
            <a:t>cada</a:t>
          </a:r>
          <a:r>
            <a:rPr lang="en-US" sz="2600" kern="1200" dirty="0"/>
            <a:t> uno de los </a:t>
          </a:r>
          <a:r>
            <a:rPr lang="en-US" sz="2600" kern="1200" dirty="0" err="1"/>
            <a:t>digito</a:t>
          </a:r>
          <a:r>
            <a:rPr lang="en-US" sz="2600" kern="1200" dirty="0"/>
            <a:t>(s). </a:t>
          </a:r>
          <a:r>
            <a:rPr lang="en-US" sz="2600" kern="1200" dirty="0" err="1"/>
            <a:t>Ejemplo</a:t>
          </a:r>
          <a:r>
            <a:rPr lang="en-US" sz="2600" kern="1200" dirty="0"/>
            <a:t>, una </a:t>
          </a:r>
          <a:r>
            <a:rPr lang="en-US" sz="2600" kern="1200" dirty="0" err="1"/>
            <a:t>función</a:t>
          </a:r>
          <a:r>
            <a:rPr lang="en-US" sz="2600" kern="1200" dirty="0"/>
            <a:t> que </a:t>
          </a:r>
          <a:r>
            <a:rPr lang="en-US" sz="2600" kern="1200" dirty="0" err="1"/>
            <a:t>sustraiga</a:t>
          </a:r>
          <a:r>
            <a:rPr lang="en-US" sz="2600" kern="1200" dirty="0"/>
            <a:t> la </a:t>
          </a:r>
          <a:r>
            <a:rPr lang="en-US" sz="2600" kern="1200" dirty="0" err="1"/>
            <a:t>inicial</a:t>
          </a:r>
          <a:r>
            <a:rPr lang="en-US" sz="2600" kern="1200" dirty="0"/>
            <a:t> del </a:t>
          </a:r>
          <a:r>
            <a:rPr lang="en-US" sz="2600" kern="1200" dirty="0" err="1"/>
            <a:t>apellido</a:t>
          </a:r>
          <a:r>
            <a:rPr lang="en-US" sz="2600" kern="1200" dirty="0"/>
            <a:t> </a:t>
          </a:r>
          <a:r>
            <a:rPr lang="en-US" sz="2600" kern="1200" dirty="0" err="1"/>
            <a:t>paterno</a:t>
          </a:r>
          <a:r>
            <a:rPr lang="en-US" sz="2600" kern="1200" dirty="0"/>
            <a:t>.</a:t>
          </a:r>
        </a:p>
      </dsp:txBody>
      <dsp:txXfrm>
        <a:off x="0" y="1874210"/>
        <a:ext cx="4904308" cy="1871466"/>
      </dsp:txXfrm>
    </dsp:sp>
    <dsp:sp modelId="{656E4977-C370-4854-83C2-B58B5484056D}">
      <dsp:nvSpPr>
        <dsp:cNvPr id="0" name=""/>
        <dsp:cNvSpPr/>
      </dsp:nvSpPr>
      <dsp:spPr>
        <a:xfrm>
          <a:off x="0" y="3745676"/>
          <a:ext cx="490430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95C0DEA-5E81-4C09-B243-6DA497C9F9F5}">
      <dsp:nvSpPr>
        <dsp:cNvPr id="0" name=""/>
        <dsp:cNvSpPr/>
      </dsp:nvSpPr>
      <dsp:spPr>
        <a:xfrm>
          <a:off x="0" y="3745676"/>
          <a:ext cx="4904308" cy="187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El </a:t>
          </a:r>
          <a:r>
            <a:rPr lang="en-US" sz="2600" kern="1200" dirty="0" err="1"/>
            <a:t>resultado</a:t>
          </a:r>
          <a:r>
            <a:rPr lang="en-US" sz="2600" kern="1200" dirty="0"/>
            <a:t> final </a:t>
          </a:r>
          <a:r>
            <a:rPr lang="en-US" sz="2600" kern="1200" dirty="0" err="1"/>
            <a:t>deberá</a:t>
          </a:r>
          <a:r>
            <a:rPr lang="en-US" sz="2600" kern="1200" dirty="0"/>
            <a:t> </a:t>
          </a:r>
          <a:r>
            <a:rPr lang="en-US" sz="2600" kern="1200" dirty="0" err="1"/>
            <a:t>imprimirse</a:t>
          </a:r>
          <a:r>
            <a:rPr lang="en-US" sz="2600" kern="1200" dirty="0"/>
            <a:t> </a:t>
          </a:r>
          <a:r>
            <a:rPr lang="en-US" sz="2600" kern="1200" dirty="0" err="1"/>
            <a:t>en</a:t>
          </a:r>
          <a:r>
            <a:rPr lang="en-US" sz="2600" kern="1200" dirty="0"/>
            <a:t> </a:t>
          </a:r>
          <a:r>
            <a:rPr lang="en-US" sz="2600" kern="1200" dirty="0" err="1"/>
            <a:t>pantalla</a:t>
          </a:r>
          <a:r>
            <a:rPr lang="en-US" sz="2600" kern="1200" dirty="0"/>
            <a:t> </a:t>
          </a:r>
          <a:r>
            <a:rPr lang="en-US" sz="2600" kern="1200" dirty="0" err="1"/>
            <a:t>cambiando</a:t>
          </a:r>
          <a:r>
            <a:rPr lang="en-US" sz="2600" kern="1200" dirty="0"/>
            <a:t> el color de </a:t>
          </a:r>
          <a:r>
            <a:rPr lang="en-US" sz="2600" kern="1200" dirty="0" err="1"/>
            <a:t>fondo</a:t>
          </a:r>
          <a:r>
            <a:rPr lang="en-US" sz="2600" kern="1200" dirty="0"/>
            <a:t> a cyan.</a:t>
          </a:r>
        </a:p>
      </dsp:txBody>
      <dsp:txXfrm>
        <a:off x="0" y="3745676"/>
        <a:ext cx="4904308" cy="18714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7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1"/>
            <a:ext cx="8689977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884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3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941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828564"/>
            <a:ext cx="10351753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3657458"/>
            <a:ext cx="10351753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8270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8"/>
            <a:ext cx="10364452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3"/>
            <a:ext cx="5106027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199" y="2367093"/>
            <a:ext cx="5105401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8303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8"/>
            <a:ext cx="10364452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30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3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4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1" y="3051013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8526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634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8017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9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1"/>
            <a:ext cx="6200164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5681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5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32853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4813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5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8044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7624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7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7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1448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6" y="2138722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8763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6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90" y="2367093"/>
            <a:ext cx="329152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50" y="2943356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6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147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4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600"/>
            </a:lvl2pPr>
            <a:lvl3pPr marL="914411" indent="0">
              <a:buNone/>
              <a:defRPr sz="1600"/>
            </a:lvl3pPr>
            <a:lvl4pPr marL="1371617" indent="0">
              <a:buNone/>
              <a:defRPr sz="1600"/>
            </a:lvl4pPr>
            <a:lvl5pPr marL="1828823" indent="0">
              <a:buNone/>
              <a:defRPr sz="1600"/>
            </a:lvl5pPr>
            <a:lvl6pPr marL="2286029" indent="0">
              <a:buNone/>
              <a:defRPr sz="1600"/>
            </a:lvl6pPr>
            <a:lvl7pPr marL="2743234" indent="0">
              <a:buNone/>
              <a:defRPr sz="1600"/>
            </a:lvl7pPr>
            <a:lvl8pPr marL="3200440" indent="0">
              <a:buNone/>
              <a:defRPr sz="1600"/>
            </a:lvl8pPr>
            <a:lvl9pPr marL="3657646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3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4"/>
            <a:ext cx="3303353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600"/>
            </a:lvl2pPr>
            <a:lvl3pPr marL="914411" indent="0">
              <a:buNone/>
              <a:defRPr sz="1600"/>
            </a:lvl3pPr>
            <a:lvl4pPr marL="1371617" indent="0">
              <a:buNone/>
              <a:defRPr sz="1600"/>
            </a:lvl4pPr>
            <a:lvl5pPr marL="1828823" indent="0">
              <a:buNone/>
              <a:defRPr sz="1600"/>
            </a:lvl5pPr>
            <a:lvl6pPr marL="2286029" indent="0">
              <a:buNone/>
              <a:defRPr sz="1600"/>
            </a:lvl6pPr>
            <a:lvl7pPr marL="2743234" indent="0">
              <a:buNone/>
              <a:defRPr sz="1600"/>
            </a:lvl7pPr>
            <a:lvl8pPr marL="3200440" indent="0">
              <a:buNone/>
              <a:defRPr sz="1600"/>
            </a:lvl8pPr>
            <a:lvl9pPr marL="3657646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1"/>
            <a:ext cx="3303353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9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4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600"/>
            </a:lvl2pPr>
            <a:lvl3pPr marL="914411" indent="0">
              <a:buNone/>
              <a:defRPr sz="1600"/>
            </a:lvl3pPr>
            <a:lvl4pPr marL="1371617" indent="0">
              <a:buNone/>
              <a:defRPr sz="1600"/>
            </a:lvl4pPr>
            <a:lvl5pPr marL="1828823" indent="0">
              <a:buNone/>
              <a:defRPr sz="1600"/>
            </a:lvl5pPr>
            <a:lvl6pPr marL="2286029" indent="0">
              <a:buNone/>
              <a:defRPr sz="1600"/>
            </a:lvl6pPr>
            <a:lvl7pPr marL="2743234" indent="0">
              <a:buNone/>
              <a:defRPr sz="1600"/>
            </a:lvl7pPr>
            <a:lvl8pPr marL="3200440" indent="0">
              <a:buNone/>
              <a:defRPr sz="1600"/>
            </a:lvl8pPr>
            <a:lvl9pPr marL="3657646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4" y="4781079"/>
            <a:ext cx="3305052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5666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6" y="2367094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4207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2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6" y="609602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957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4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6" y="618518"/>
            <a:ext cx="10364452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6" y="2367094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8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5" y="5883276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6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8095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ctr" defTabSz="914411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3">
            <a:extLst>
              <a:ext uri="{FF2B5EF4-FFF2-40B4-BE49-F238E27FC236}">
                <a16:creationId xmlns:a16="http://schemas.microsoft.com/office/drawing/2014/main" id="{597C553A-7D9B-4ED3-B734-500FEB8E61EA}"/>
              </a:ext>
            </a:extLst>
          </p:cNvPr>
          <p:cNvSpPr txBox="1">
            <a:spLocks/>
          </p:cNvSpPr>
          <p:nvPr/>
        </p:nvSpPr>
        <p:spPr>
          <a:xfrm>
            <a:off x="913774" y="828563"/>
            <a:ext cx="10351753" cy="2736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CURP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10EFC9-BEF3-4904-8223-65B6E574F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Actividad</a:t>
            </a:r>
          </a:p>
        </p:txBody>
      </p:sp>
    </p:spTree>
    <p:extLst>
      <p:ext uri="{BB962C8B-B14F-4D97-AF65-F5344CB8AC3E}">
        <p14:creationId xmlns:p14="http://schemas.microsoft.com/office/powerpoint/2010/main" val="19871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3265C2A-0A58-43AD-A406-8F4478E28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A9EEEEA0-8671-4814-97F1-FAE29632A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872" y="0"/>
            <a:ext cx="3352128" cy="1573863"/>
          </a:xfrm>
        </p:spPr>
        <p:txBody>
          <a:bodyPr>
            <a:normAutofit/>
          </a:bodyPr>
          <a:lstStyle/>
          <a:p>
            <a:pPr algn="l"/>
            <a:r>
              <a:rPr lang="es-MX"/>
              <a:t>Actividad</a:t>
            </a:r>
          </a:p>
        </p:txBody>
      </p:sp>
      <p:pic>
        <p:nvPicPr>
          <p:cNvPr id="3" name="Imagen 2" descr="Captura de pantalla de un celular con letras&#10;&#10;Descripción generada automáticamente">
            <a:extLst>
              <a:ext uri="{FF2B5EF4-FFF2-40B4-BE49-F238E27FC236}">
                <a16:creationId xmlns:a16="http://schemas.microsoft.com/office/drawing/2014/main" id="{40814A54-6420-48F5-94C1-533D269A4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8112"/>
            <a:ext cx="7287692" cy="5619887"/>
          </a:xfrm>
          <a:prstGeom prst="rect">
            <a:avLst/>
          </a:prstGeom>
        </p:spPr>
      </p:pic>
      <p:graphicFrame>
        <p:nvGraphicFramePr>
          <p:cNvPr id="18" name="Marcador de contenido 6">
            <a:extLst>
              <a:ext uri="{FF2B5EF4-FFF2-40B4-BE49-F238E27FC236}">
                <a16:creationId xmlns:a16="http://schemas.microsoft.com/office/drawing/2014/main" id="{D432F1A5-9DFE-49BA-BA27-72D1DDE0200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86285779"/>
              </p:ext>
            </p:extLst>
          </p:nvPr>
        </p:nvGraphicFramePr>
        <p:xfrm>
          <a:off x="7287692" y="1238111"/>
          <a:ext cx="4904308" cy="5619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25671650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</Words>
  <Application>Microsoft Office PowerPoint</Application>
  <PresentationFormat>Panorámica</PresentationFormat>
  <Paragraphs>6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Tw Cen MT</vt:lpstr>
      <vt:lpstr>Gota</vt:lpstr>
      <vt:lpstr>Presentación de PowerPoint</vt:lpstr>
      <vt:lpstr>Actividad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carolina hernandez</dc:creator>
  <cp:lastModifiedBy>carolina hernandez</cp:lastModifiedBy>
  <cp:revision>1</cp:revision>
  <dcterms:created xsi:type="dcterms:W3CDTF">2020-03-18T23:15:01Z</dcterms:created>
  <dcterms:modified xsi:type="dcterms:W3CDTF">2020-03-18T23:17:58Z</dcterms:modified>
</cp:coreProperties>
</file>