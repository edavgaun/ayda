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60" r:id="rId2"/>
    <p:sldId id="263" r:id="rId3"/>
    <p:sldId id="262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1A17E4-57F9-492C-9CD6-E9B369BE60F9}" type="doc">
      <dgm:prSet loTypeId="urn:microsoft.com/office/officeart/2008/layout/LinedLis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EA35F-9EA8-442A-80CD-A2CA80078A40}">
      <dgm:prSet/>
      <dgm:spPr/>
      <dgm:t>
        <a:bodyPr/>
        <a:lstStyle/>
        <a:p>
          <a:pPr algn="ctr"/>
          <a:r>
            <a:rPr lang="en-US" dirty="0" err="1"/>
            <a:t>Diseñe</a:t>
          </a:r>
          <a:r>
            <a:rPr lang="en-US" dirty="0"/>
            <a:t> la </a:t>
          </a:r>
          <a:r>
            <a:rPr lang="en-US" dirty="0" err="1"/>
            <a:t>función</a:t>
          </a:r>
          <a:r>
            <a:rPr lang="en-US" dirty="0"/>
            <a:t> </a:t>
          </a:r>
          <a:r>
            <a:rPr lang="en-US" dirty="0" err="1"/>
            <a:t>cifras</a:t>
          </a:r>
          <a:endParaRPr lang="en-US" dirty="0"/>
        </a:p>
      </dgm:t>
    </dgm:pt>
    <dgm:pt modelId="{3AD3BF8C-5C86-423F-91CD-F16E74FDEF05}" type="parTrans" cxnId="{47A35806-1547-46E0-ABED-B2F34D556A75}">
      <dgm:prSet/>
      <dgm:spPr/>
      <dgm:t>
        <a:bodyPr/>
        <a:lstStyle/>
        <a:p>
          <a:endParaRPr lang="en-US" sz="2800"/>
        </a:p>
      </dgm:t>
    </dgm:pt>
    <dgm:pt modelId="{DA859E8C-7A8E-4306-A7FE-098984535227}" type="sibTrans" cxnId="{47A35806-1547-46E0-ABED-B2F34D556A75}">
      <dgm:prSet/>
      <dgm:spPr/>
      <dgm:t>
        <a:bodyPr/>
        <a:lstStyle/>
        <a:p>
          <a:endParaRPr lang="en-US"/>
        </a:p>
      </dgm:t>
    </dgm:pt>
    <dgm:pt modelId="{65C9D412-B40E-4F9C-9563-3E093697CFA7}">
      <dgm:prSet/>
      <dgm:spPr/>
      <dgm:t>
        <a:bodyPr/>
        <a:lstStyle/>
        <a:p>
          <a:pPr algn="ctr"/>
          <a:r>
            <a:rPr lang="en-US" dirty="0" err="1"/>
            <a:t>Diseñe</a:t>
          </a:r>
          <a:r>
            <a:rPr lang="en-US" dirty="0"/>
            <a:t> la </a:t>
          </a:r>
          <a:r>
            <a:rPr lang="en-US" dirty="0" err="1"/>
            <a:t>función</a:t>
          </a:r>
          <a:r>
            <a:rPr lang="en-US" dirty="0"/>
            <a:t> </a:t>
          </a:r>
          <a:r>
            <a:rPr lang="en-US" dirty="0" err="1"/>
            <a:t>invertir</a:t>
          </a:r>
          <a:endParaRPr lang="en-US" dirty="0"/>
        </a:p>
      </dgm:t>
    </dgm:pt>
    <dgm:pt modelId="{7C20CBDF-0D12-4945-A845-B0C9AA8B0C09}" type="parTrans" cxnId="{3FF68B6F-9B2B-40F5-85FF-00C4064960FD}">
      <dgm:prSet/>
      <dgm:spPr/>
      <dgm:t>
        <a:bodyPr/>
        <a:lstStyle/>
        <a:p>
          <a:endParaRPr lang="en-US" sz="2800"/>
        </a:p>
      </dgm:t>
    </dgm:pt>
    <dgm:pt modelId="{85D89F0C-69AE-411B-BACF-84B0E1D082C7}" type="sibTrans" cxnId="{3FF68B6F-9B2B-40F5-85FF-00C4064960FD}">
      <dgm:prSet/>
      <dgm:spPr/>
      <dgm:t>
        <a:bodyPr/>
        <a:lstStyle/>
        <a:p>
          <a:endParaRPr lang="en-US"/>
        </a:p>
      </dgm:t>
    </dgm:pt>
    <dgm:pt modelId="{A0446D41-6BE8-45D8-819F-613BB1F12E67}">
      <dgm:prSet/>
      <dgm:spPr/>
      <dgm:t>
        <a:bodyPr/>
        <a:lstStyle/>
        <a:p>
          <a:r>
            <a:rPr lang="en-US" dirty="0"/>
            <a:t>Tip: </a:t>
          </a:r>
          <a:r>
            <a:rPr lang="en-US" dirty="0" err="1"/>
            <a:t>Puedes</a:t>
          </a:r>
          <a:r>
            <a:rPr lang="en-US" dirty="0"/>
            <a:t> </a:t>
          </a:r>
          <a:r>
            <a:rPr lang="en-US" dirty="0" err="1"/>
            <a:t>hacer</a:t>
          </a:r>
          <a:r>
            <a:rPr lang="en-US" dirty="0"/>
            <a:t> </a:t>
          </a:r>
          <a:r>
            <a:rPr lang="en-US" dirty="0" err="1"/>
            <a:t>uso</a:t>
          </a:r>
          <a:r>
            <a:rPr lang="en-US" dirty="0"/>
            <a:t> del </a:t>
          </a:r>
          <a:r>
            <a:rPr lang="en-US" dirty="0" err="1"/>
            <a:t>ciclo</a:t>
          </a:r>
          <a:r>
            <a:rPr lang="en-US" dirty="0"/>
            <a:t> while y de un Contador para determiner el </a:t>
          </a:r>
          <a:r>
            <a:rPr lang="en-US" dirty="0" err="1"/>
            <a:t>número</a:t>
          </a:r>
          <a:r>
            <a:rPr lang="en-US" dirty="0"/>
            <a:t> de </a:t>
          </a:r>
          <a:r>
            <a:rPr lang="en-US" dirty="0" err="1"/>
            <a:t>veces</a:t>
          </a:r>
          <a:r>
            <a:rPr lang="en-US" dirty="0"/>
            <a:t> que se </a:t>
          </a:r>
          <a:r>
            <a:rPr lang="en-US" dirty="0" err="1"/>
            <a:t>puede</a:t>
          </a:r>
          <a:r>
            <a:rPr lang="en-US" dirty="0"/>
            <a:t> divider el </a:t>
          </a:r>
          <a:r>
            <a:rPr lang="en-US" dirty="0" err="1"/>
            <a:t>número</a:t>
          </a:r>
          <a:r>
            <a:rPr lang="en-US" dirty="0"/>
            <a:t> </a:t>
          </a:r>
          <a:r>
            <a:rPr lang="en-US" dirty="0" err="1"/>
            <a:t>ingresado</a:t>
          </a:r>
          <a:r>
            <a:rPr lang="en-US" dirty="0"/>
            <a:t> entre 10.</a:t>
          </a:r>
        </a:p>
      </dgm:t>
    </dgm:pt>
    <dgm:pt modelId="{F490C34C-C3D4-4E94-9313-8DAF153CCABC}" type="parTrans" cxnId="{FCFC1310-84BE-4DA1-8012-68DBD816ECF5}">
      <dgm:prSet/>
      <dgm:spPr/>
      <dgm:t>
        <a:bodyPr/>
        <a:lstStyle/>
        <a:p>
          <a:endParaRPr lang="es-MX"/>
        </a:p>
      </dgm:t>
    </dgm:pt>
    <dgm:pt modelId="{90971FD7-EA40-4915-9D00-92F033830169}" type="sibTrans" cxnId="{FCFC1310-84BE-4DA1-8012-68DBD816ECF5}">
      <dgm:prSet/>
      <dgm:spPr/>
      <dgm:t>
        <a:bodyPr/>
        <a:lstStyle/>
        <a:p>
          <a:endParaRPr lang="es-MX"/>
        </a:p>
      </dgm:t>
    </dgm:pt>
    <dgm:pt modelId="{2E7C5CF7-5DA7-455D-B0FD-783677764954}">
      <dgm:prSet/>
      <dgm:spPr/>
      <dgm:t>
        <a:bodyPr/>
        <a:lstStyle/>
        <a:p>
          <a:r>
            <a:rPr lang="en-US" dirty="0"/>
            <a:t>Tip: </a:t>
          </a:r>
          <a:r>
            <a:rPr lang="en-US" dirty="0" err="1"/>
            <a:t>Puedes</a:t>
          </a:r>
          <a:r>
            <a:rPr lang="en-US" dirty="0"/>
            <a:t> </a:t>
          </a:r>
          <a:r>
            <a:rPr lang="en-US" dirty="0" err="1"/>
            <a:t>hacer</a:t>
          </a:r>
          <a:r>
            <a:rPr lang="en-US" dirty="0"/>
            <a:t> </a:t>
          </a:r>
          <a:r>
            <a:rPr lang="en-US" dirty="0" err="1"/>
            <a:t>uso</a:t>
          </a:r>
          <a:r>
            <a:rPr lang="en-US" dirty="0"/>
            <a:t> del </a:t>
          </a:r>
          <a:r>
            <a:rPr lang="en-US" dirty="0" err="1"/>
            <a:t>ciclo</a:t>
          </a:r>
          <a:r>
            <a:rPr lang="en-US" dirty="0"/>
            <a:t> while y de una variable para </a:t>
          </a:r>
          <a:r>
            <a:rPr lang="en-US" dirty="0" err="1"/>
            <a:t>concatenar</a:t>
          </a:r>
          <a:r>
            <a:rPr lang="en-US" dirty="0"/>
            <a:t> los </a:t>
          </a:r>
          <a:r>
            <a:rPr lang="en-US" dirty="0" err="1"/>
            <a:t>residuos</a:t>
          </a:r>
          <a:r>
            <a:rPr lang="en-US" dirty="0"/>
            <a:t> de </a:t>
          </a:r>
          <a:r>
            <a:rPr lang="en-US" dirty="0" err="1"/>
            <a:t>todas</a:t>
          </a:r>
          <a:r>
            <a:rPr lang="en-US" dirty="0"/>
            <a:t> las divisions entre 10.</a:t>
          </a:r>
        </a:p>
      </dgm:t>
    </dgm:pt>
    <dgm:pt modelId="{6FAA5BC6-A6AF-4E86-A00F-FB060E15911C}" type="parTrans" cxnId="{8DD44757-3E10-4356-ABCB-D106B5D4E07E}">
      <dgm:prSet/>
      <dgm:spPr/>
      <dgm:t>
        <a:bodyPr/>
        <a:lstStyle/>
        <a:p>
          <a:endParaRPr lang="es-MX"/>
        </a:p>
      </dgm:t>
    </dgm:pt>
    <dgm:pt modelId="{E5D43938-390C-471C-B773-9D0895FCA265}" type="sibTrans" cxnId="{8DD44757-3E10-4356-ABCB-D106B5D4E07E}">
      <dgm:prSet/>
      <dgm:spPr/>
      <dgm:t>
        <a:bodyPr/>
        <a:lstStyle/>
        <a:p>
          <a:endParaRPr lang="es-MX"/>
        </a:p>
      </dgm:t>
    </dgm:pt>
    <dgm:pt modelId="{6ECB68C0-1580-4580-9C13-EEE207AF78A4}" type="pres">
      <dgm:prSet presAssocID="{0D1A17E4-57F9-492C-9CD6-E9B369BE60F9}" presName="vert0" presStyleCnt="0">
        <dgm:presLayoutVars>
          <dgm:dir/>
          <dgm:animOne val="branch"/>
          <dgm:animLvl val="lvl"/>
        </dgm:presLayoutVars>
      </dgm:prSet>
      <dgm:spPr/>
    </dgm:pt>
    <dgm:pt modelId="{2E352E92-EC8D-4827-86A6-A7618AEAF49A}" type="pres">
      <dgm:prSet presAssocID="{EB9EA35F-9EA8-442A-80CD-A2CA80078A40}" presName="thickLine" presStyleLbl="alignNode1" presStyleIdx="0" presStyleCnt="2"/>
      <dgm:spPr/>
    </dgm:pt>
    <dgm:pt modelId="{BB934E5D-E852-4325-862F-D46BA18DFA07}" type="pres">
      <dgm:prSet presAssocID="{EB9EA35F-9EA8-442A-80CD-A2CA80078A40}" presName="horz1" presStyleCnt="0"/>
      <dgm:spPr/>
    </dgm:pt>
    <dgm:pt modelId="{BC3F1A9F-D225-437E-9762-6C7B2918C2EA}" type="pres">
      <dgm:prSet presAssocID="{EB9EA35F-9EA8-442A-80CD-A2CA80078A40}" presName="tx1" presStyleLbl="revTx" presStyleIdx="0" presStyleCnt="4" custScaleX="143550"/>
      <dgm:spPr/>
    </dgm:pt>
    <dgm:pt modelId="{133168E0-E37B-4A9E-8EAE-063B1CF5FA3F}" type="pres">
      <dgm:prSet presAssocID="{EB9EA35F-9EA8-442A-80CD-A2CA80078A40}" presName="vert1" presStyleCnt="0"/>
      <dgm:spPr/>
    </dgm:pt>
    <dgm:pt modelId="{71BAC548-5535-4CB0-890B-CDD0B0736C20}" type="pres">
      <dgm:prSet presAssocID="{A0446D41-6BE8-45D8-819F-613BB1F12E67}" presName="vertSpace2a" presStyleCnt="0"/>
      <dgm:spPr/>
    </dgm:pt>
    <dgm:pt modelId="{676037A3-8FFE-49D4-8AC5-CDCE7544219D}" type="pres">
      <dgm:prSet presAssocID="{A0446D41-6BE8-45D8-819F-613BB1F12E67}" presName="horz2" presStyleCnt="0"/>
      <dgm:spPr/>
    </dgm:pt>
    <dgm:pt modelId="{4B1EA2CA-EFC9-4640-990B-3A3EF7774574}" type="pres">
      <dgm:prSet presAssocID="{A0446D41-6BE8-45D8-819F-613BB1F12E67}" presName="horzSpace2" presStyleCnt="0"/>
      <dgm:spPr/>
    </dgm:pt>
    <dgm:pt modelId="{A1E8BAE3-B65F-4B66-BFCD-3C1B8815D706}" type="pres">
      <dgm:prSet presAssocID="{A0446D41-6BE8-45D8-819F-613BB1F12E67}" presName="tx2" presStyleLbl="revTx" presStyleIdx="1" presStyleCnt="4"/>
      <dgm:spPr/>
    </dgm:pt>
    <dgm:pt modelId="{4CAEFD1D-CF4F-4C07-BBDA-34E5060EAAC6}" type="pres">
      <dgm:prSet presAssocID="{A0446D41-6BE8-45D8-819F-613BB1F12E67}" presName="vert2" presStyleCnt="0"/>
      <dgm:spPr/>
    </dgm:pt>
    <dgm:pt modelId="{FB4E0920-0FC0-46FA-AD69-42B283EE7F76}" type="pres">
      <dgm:prSet presAssocID="{A0446D41-6BE8-45D8-819F-613BB1F12E67}" presName="thinLine2b" presStyleLbl="callout" presStyleIdx="0" presStyleCnt="2"/>
      <dgm:spPr/>
    </dgm:pt>
    <dgm:pt modelId="{1FDA7461-51B8-4D31-AAD2-20116913B774}" type="pres">
      <dgm:prSet presAssocID="{A0446D41-6BE8-45D8-819F-613BB1F12E67}" presName="vertSpace2b" presStyleCnt="0"/>
      <dgm:spPr/>
    </dgm:pt>
    <dgm:pt modelId="{AC79377C-CCD4-4B59-8FCA-D5529267485E}" type="pres">
      <dgm:prSet presAssocID="{65C9D412-B40E-4F9C-9563-3E093697CFA7}" presName="thickLine" presStyleLbl="alignNode1" presStyleIdx="1" presStyleCnt="2"/>
      <dgm:spPr/>
    </dgm:pt>
    <dgm:pt modelId="{4592B40B-2FE2-4094-81BE-23444F36F488}" type="pres">
      <dgm:prSet presAssocID="{65C9D412-B40E-4F9C-9563-3E093697CFA7}" presName="horz1" presStyleCnt="0"/>
      <dgm:spPr/>
    </dgm:pt>
    <dgm:pt modelId="{5A492D11-438A-4D5F-8445-BF9CB56A388A}" type="pres">
      <dgm:prSet presAssocID="{65C9D412-B40E-4F9C-9563-3E093697CFA7}" presName="tx1" presStyleLbl="revTx" presStyleIdx="2" presStyleCnt="4" custScaleX="153337"/>
      <dgm:spPr/>
    </dgm:pt>
    <dgm:pt modelId="{74D834C1-178F-497D-82E8-A5914182C431}" type="pres">
      <dgm:prSet presAssocID="{65C9D412-B40E-4F9C-9563-3E093697CFA7}" presName="vert1" presStyleCnt="0"/>
      <dgm:spPr/>
    </dgm:pt>
    <dgm:pt modelId="{5F1D3456-844B-4DBE-80EE-5B7061469A02}" type="pres">
      <dgm:prSet presAssocID="{2E7C5CF7-5DA7-455D-B0FD-783677764954}" presName="vertSpace2a" presStyleCnt="0"/>
      <dgm:spPr/>
    </dgm:pt>
    <dgm:pt modelId="{AEEDD7F6-6859-441F-9BE6-F61FC24E1965}" type="pres">
      <dgm:prSet presAssocID="{2E7C5CF7-5DA7-455D-B0FD-783677764954}" presName="horz2" presStyleCnt="0"/>
      <dgm:spPr/>
    </dgm:pt>
    <dgm:pt modelId="{1C4B7A10-DF84-4535-BD03-11F2626D8194}" type="pres">
      <dgm:prSet presAssocID="{2E7C5CF7-5DA7-455D-B0FD-783677764954}" presName="horzSpace2" presStyleCnt="0"/>
      <dgm:spPr/>
    </dgm:pt>
    <dgm:pt modelId="{1EF1BD18-B079-4384-9CF8-4880B7DF21F3}" type="pres">
      <dgm:prSet presAssocID="{2E7C5CF7-5DA7-455D-B0FD-783677764954}" presName="tx2" presStyleLbl="revTx" presStyleIdx="3" presStyleCnt="4"/>
      <dgm:spPr/>
    </dgm:pt>
    <dgm:pt modelId="{4F2103EC-74E9-4D23-9179-8069BB6397B9}" type="pres">
      <dgm:prSet presAssocID="{2E7C5CF7-5DA7-455D-B0FD-783677764954}" presName="vert2" presStyleCnt="0"/>
      <dgm:spPr/>
    </dgm:pt>
    <dgm:pt modelId="{B95703B0-5C9C-4C3D-B944-9F8667186C1A}" type="pres">
      <dgm:prSet presAssocID="{2E7C5CF7-5DA7-455D-B0FD-783677764954}" presName="thinLine2b" presStyleLbl="callout" presStyleIdx="1" presStyleCnt="2"/>
      <dgm:spPr/>
    </dgm:pt>
    <dgm:pt modelId="{F4D6A145-940E-479D-BA36-67287F0E9B24}" type="pres">
      <dgm:prSet presAssocID="{2E7C5CF7-5DA7-455D-B0FD-783677764954}" presName="vertSpace2b" presStyleCnt="0"/>
      <dgm:spPr/>
    </dgm:pt>
  </dgm:ptLst>
  <dgm:cxnLst>
    <dgm:cxn modelId="{F2014904-9A79-4160-828F-20D1530299E3}" type="presOf" srcId="{2E7C5CF7-5DA7-455D-B0FD-783677764954}" destId="{1EF1BD18-B079-4384-9CF8-4880B7DF21F3}" srcOrd="0" destOrd="0" presId="urn:microsoft.com/office/officeart/2008/layout/LinedList"/>
    <dgm:cxn modelId="{47A35806-1547-46E0-ABED-B2F34D556A75}" srcId="{0D1A17E4-57F9-492C-9CD6-E9B369BE60F9}" destId="{EB9EA35F-9EA8-442A-80CD-A2CA80078A40}" srcOrd="0" destOrd="0" parTransId="{3AD3BF8C-5C86-423F-91CD-F16E74FDEF05}" sibTransId="{DA859E8C-7A8E-4306-A7FE-098984535227}"/>
    <dgm:cxn modelId="{FCFC1310-84BE-4DA1-8012-68DBD816ECF5}" srcId="{EB9EA35F-9EA8-442A-80CD-A2CA80078A40}" destId="{A0446D41-6BE8-45D8-819F-613BB1F12E67}" srcOrd="0" destOrd="0" parTransId="{F490C34C-C3D4-4E94-9313-8DAF153CCABC}" sibTransId="{90971FD7-EA40-4915-9D00-92F033830169}"/>
    <dgm:cxn modelId="{E0511A6D-E334-4E59-9FD5-97C5D6C0548E}" type="presOf" srcId="{65C9D412-B40E-4F9C-9563-3E093697CFA7}" destId="{5A492D11-438A-4D5F-8445-BF9CB56A388A}" srcOrd="0" destOrd="0" presId="urn:microsoft.com/office/officeart/2008/layout/LinedList"/>
    <dgm:cxn modelId="{3FF68B6F-9B2B-40F5-85FF-00C4064960FD}" srcId="{0D1A17E4-57F9-492C-9CD6-E9B369BE60F9}" destId="{65C9D412-B40E-4F9C-9563-3E093697CFA7}" srcOrd="1" destOrd="0" parTransId="{7C20CBDF-0D12-4945-A845-B0C9AA8B0C09}" sibTransId="{85D89F0C-69AE-411B-BACF-84B0E1D082C7}"/>
    <dgm:cxn modelId="{8DD44757-3E10-4356-ABCB-D106B5D4E07E}" srcId="{65C9D412-B40E-4F9C-9563-3E093697CFA7}" destId="{2E7C5CF7-5DA7-455D-B0FD-783677764954}" srcOrd="0" destOrd="0" parTransId="{6FAA5BC6-A6AF-4E86-A00F-FB060E15911C}" sibTransId="{E5D43938-390C-471C-B773-9D0895FCA265}"/>
    <dgm:cxn modelId="{84E040A1-45C1-458F-A1BA-BEA1CE922CD8}" type="presOf" srcId="{A0446D41-6BE8-45D8-819F-613BB1F12E67}" destId="{A1E8BAE3-B65F-4B66-BFCD-3C1B8815D706}" srcOrd="0" destOrd="0" presId="urn:microsoft.com/office/officeart/2008/layout/LinedList"/>
    <dgm:cxn modelId="{F4BBACE4-4635-43F6-8FE2-1157E9960EAA}" type="presOf" srcId="{0D1A17E4-57F9-492C-9CD6-E9B369BE60F9}" destId="{6ECB68C0-1580-4580-9C13-EEE207AF78A4}" srcOrd="0" destOrd="0" presId="urn:microsoft.com/office/officeart/2008/layout/LinedList"/>
    <dgm:cxn modelId="{4DDAA6F5-5791-47D9-B424-8969320DA406}" type="presOf" srcId="{EB9EA35F-9EA8-442A-80CD-A2CA80078A40}" destId="{BC3F1A9F-D225-437E-9762-6C7B2918C2EA}" srcOrd="0" destOrd="0" presId="urn:microsoft.com/office/officeart/2008/layout/LinedList"/>
    <dgm:cxn modelId="{EABD46FD-B223-41B6-A829-C7A1A8023ABF}" type="presParOf" srcId="{6ECB68C0-1580-4580-9C13-EEE207AF78A4}" destId="{2E352E92-EC8D-4827-86A6-A7618AEAF49A}" srcOrd="0" destOrd="0" presId="urn:microsoft.com/office/officeart/2008/layout/LinedList"/>
    <dgm:cxn modelId="{7A3B78F3-992C-4614-A50E-FF1BB89E9CB7}" type="presParOf" srcId="{6ECB68C0-1580-4580-9C13-EEE207AF78A4}" destId="{BB934E5D-E852-4325-862F-D46BA18DFA07}" srcOrd="1" destOrd="0" presId="urn:microsoft.com/office/officeart/2008/layout/LinedList"/>
    <dgm:cxn modelId="{16037609-29C4-4CCD-AB7C-23EFE8BAC544}" type="presParOf" srcId="{BB934E5D-E852-4325-862F-D46BA18DFA07}" destId="{BC3F1A9F-D225-437E-9762-6C7B2918C2EA}" srcOrd="0" destOrd="0" presId="urn:microsoft.com/office/officeart/2008/layout/LinedList"/>
    <dgm:cxn modelId="{9EA7B304-0A79-462B-A0E8-4788B74CA449}" type="presParOf" srcId="{BB934E5D-E852-4325-862F-D46BA18DFA07}" destId="{133168E0-E37B-4A9E-8EAE-063B1CF5FA3F}" srcOrd="1" destOrd="0" presId="urn:microsoft.com/office/officeart/2008/layout/LinedList"/>
    <dgm:cxn modelId="{CF5647A8-819B-4711-995C-332449508B47}" type="presParOf" srcId="{133168E0-E37B-4A9E-8EAE-063B1CF5FA3F}" destId="{71BAC548-5535-4CB0-890B-CDD0B0736C20}" srcOrd="0" destOrd="0" presId="urn:microsoft.com/office/officeart/2008/layout/LinedList"/>
    <dgm:cxn modelId="{19347A49-3488-4F51-B603-3A25E0F08FCF}" type="presParOf" srcId="{133168E0-E37B-4A9E-8EAE-063B1CF5FA3F}" destId="{676037A3-8FFE-49D4-8AC5-CDCE7544219D}" srcOrd="1" destOrd="0" presId="urn:microsoft.com/office/officeart/2008/layout/LinedList"/>
    <dgm:cxn modelId="{80E1D3AE-2E5E-4441-84C5-5C44CDA767B3}" type="presParOf" srcId="{676037A3-8FFE-49D4-8AC5-CDCE7544219D}" destId="{4B1EA2CA-EFC9-4640-990B-3A3EF7774574}" srcOrd="0" destOrd="0" presId="urn:microsoft.com/office/officeart/2008/layout/LinedList"/>
    <dgm:cxn modelId="{339663CA-FA85-45E7-A722-554456636B50}" type="presParOf" srcId="{676037A3-8FFE-49D4-8AC5-CDCE7544219D}" destId="{A1E8BAE3-B65F-4B66-BFCD-3C1B8815D706}" srcOrd="1" destOrd="0" presId="urn:microsoft.com/office/officeart/2008/layout/LinedList"/>
    <dgm:cxn modelId="{6FBBD52A-B06B-43A3-820A-D0C56665D5C3}" type="presParOf" srcId="{676037A3-8FFE-49D4-8AC5-CDCE7544219D}" destId="{4CAEFD1D-CF4F-4C07-BBDA-34E5060EAAC6}" srcOrd="2" destOrd="0" presId="urn:microsoft.com/office/officeart/2008/layout/LinedList"/>
    <dgm:cxn modelId="{6C499DA8-39DF-4F4A-90B1-5C02A6E885D8}" type="presParOf" srcId="{133168E0-E37B-4A9E-8EAE-063B1CF5FA3F}" destId="{FB4E0920-0FC0-46FA-AD69-42B283EE7F76}" srcOrd="2" destOrd="0" presId="urn:microsoft.com/office/officeart/2008/layout/LinedList"/>
    <dgm:cxn modelId="{127DC8CA-911E-4DA9-9AC3-13F6DC54F9BD}" type="presParOf" srcId="{133168E0-E37B-4A9E-8EAE-063B1CF5FA3F}" destId="{1FDA7461-51B8-4D31-AAD2-20116913B774}" srcOrd="3" destOrd="0" presId="urn:microsoft.com/office/officeart/2008/layout/LinedList"/>
    <dgm:cxn modelId="{E9F30F07-D48E-4DF2-84AB-AFC84A15FFB8}" type="presParOf" srcId="{6ECB68C0-1580-4580-9C13-EEE207AF78A4}" destId="{AC79377C-CCD4-4B59-8FCA-D5529267485E}" srcOrd="2" destOrd="0" presId="urn:microsoft.com/office/officeart/2008/layout/LinedList"/>
    <dgm:cxn modelId="{941D1E27-ECF6-45DF-8A4F-9798F9728E41}" type="presParOf" srcId="{6ECB68C0-1580-4580-9C13-EEE207AF78A4}" destId="{4592B40B-2FE2-4094-81BE-23444F36F488}" srcOrd="3" destOrd="0" presId="urn:microsoft.com/office/officeart/2008/layout/LinedList"/>
    <dgm:cxn modelId="{76996B51-32FA-447A-B7D4-A7087F610D33}" type="presParOf" srcId="{4592B40B-2FE2-4094-81BE-23444F36F488}" destId="{5A492D11-438A-4D5F-8445-BF9CB56A388A}" srcOrd="0" destOrd="0" presId="urn:microsoft.com/office/officeart/2008/layout/LinedList"/>
    <dgm:cxn modelId="{A82D5FB9-EB66-4B80-B914-D60BF239FF48}" type="presParOf" srcId="{4592B40B-2FE2-4094-81BE-23444F36F488}" destId="{74D834C1-178F-497D-82E8-A5914182C431}" srcOrd="1" destOrd="0" presId="urn:microsoft.com/office/officeart/2008/layout/LinedList"/>
    <dgm:cxn modelId="{471926C1-47D3-48EF-B907-E1F86925ADF0}" type="presParOf" srcId="{74D834C1-178F-497D-82E8-A5914182C431}" destId="{5F1D3456-844B-4DBE-80EE-5B7061469A02}" srcOrd="0" destOrd="0" presId="urn:microsoft.com/office/officeart/2008/layout/LinedList"/>
    <dgm:cxn modelId="{7238A3ED-CE5C-4DAF-BE2B-CF9CDE8BEFB8}" type="presParOf" srcId="{74D834C1-178F-497D-82E8-A5914182C431}" destId="{AEEDD7F6-6859-441F-9BE6-F61FC24E1965}" srcOrd="1" destOrd="0" presId="urn:microsoft.com/office/officeart/2008/layout/LinedList"/>
    <dgm:cxn modelId="{CE6A05E9-A3A3-4973-914D-AF0ABD395BCA}" type="presParOf" srcId="{AEEDD7F6-6859-441F-9BE6-F61FC24E1965}" destId="{1C4B7A10-DF84-4535-BD03-11F2626D8194}" srcOrd="0" destOrd="0" presId="urn:microsoft.com/office/officeart/2008/layout/LinedList"/>
    <dgm:cxn modelId="{53396D28-A892-4F90-95DE-F8B7CEDE29B6}" type="presParOf" srcId="{AEEDD7F6-6859-441F-9BE6-F61FC24E1965}" destId="{1EF1BD18-B079-4384-9CF8-4880B7DF21F3}" srcOrd="1" destOrd="0" presId="urn:microsoft.com/office/officeart/2008/layout/LinedList"/>
    <dgm:cxn modelId="{83007DA6-CBF5-427B-8E31-F76D1424ED79}" type="presParOf" srcId="{AEEDD7F6-6859-441F-9BE6-F61FC24E1965}" destId="{4F2103EC-74E9-4D23-9179-8069BB6397B9}" srcOrd="2" destOrd="0" presId="urn:microsoft.com/office/officeart/2008/layout/LinedList"/>
    <dgm:cxn modelId="{752DD064-0113-4CF4-88AA-20F0C72F29F1}" type="presParOf" srcId="{74D834C1-178F-497D-82E8-A5914182C431}" destId="{B95703B0-5C9C-4C3D-B944-9F8667186C1A}" srcOrd="2" destOrd="0" presId="urn:microsoft.com/office/officeart/2008/layout/LinedList"/>
    <dgm:cxn modelId="{416A9FD8-FEA3-49AD-B556-A8F3D2401B65}" type="presParOf" srcId="{74D834C1-178F-497D-82E8-A5914182C431}" destId="{F4D6A145-940E-479D-BA36-67287F0E9B24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52E92-EC8D-4827-86A6-A7618AEAF49A}">
      <dsp:nvSpPr>
        <dsp:cNvPr id="0" name=""/>
        <dsp:cNvSpPr/>
      </dsp:nvSpPr>
      <dsp:spPr>
        <a:xfrm>
          <a:off x="0" y="0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3F1A9F-D225-437E-9762-6C7B2918C2EA}">
      <dsp:nvSpPr>
        <dsp:cNvPr id="0" name=""/>
        <dsp:cNvSpPr/>
      </dsp:nvSpPr>
      <dsp:spPr>
        <a:xfrm>
          <a:off x="0" y="0"/>
          <a:ext cx="1663540" cy="2078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Diseñe</a:t>
          </a:r>
          <a:r>
            <a:rPr lang="en-US" sz="3600" kern="1200" dirty="0"/>
            <a:t> la </a:t>
          </a:r>
          <a:r>
            <a:rPr lang="en-US" sz="3600" kern="1200" dirty="0" err="1"/>
            <a:t>función</a:t>
          </a:r>
          <a:r>
            <a:rPr lang="en-US" sz="3600" kern="1200" dirty="0"/>
            <a:t> </a:t>
          </a:r>
          <a:r>
            <a:rPr lang="en-US" sz="3600" kern="1200" dirty="0" err="1"/>
            <a:t>cifras</a:t>
          </a:r>
          <a:endParaRPr lang="en-US" sz="3600" kern="1200" dirty="0"/>
        </a:p>
      </dsp:txBody>
      <dsp:txXfrm>
        <a:off x="0" y="0"/>
        <a:ext cx="1663540" cy="2078627"/>
      </dsp:txXfrm>
    </dsp:sp>
    <dsp:sp modelId="{A1E8BAE3-B65F-4B66-BFCD-3C1B8815D706}">
      <dsp:nvSpPr>
        <dsp:cNvPr id="0" name=""/>
        <dsp:cNvSpPr/>
      </dsp:nvSpPr>
      <dsp:spPr>
        <a:xfrm>
          <a:off x="1750455" y="94390"/>
          <a:ext cx="4548518" cy="1887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Tip: </a:t>
          </a:r>
          <a:r>
            <a:rPr lang="en-US" sz="2700" kern="1200" dirty="0" err="1"/>
            <a:t>Puedes</a:t>
          </a:r>
          <a:r>
            <a:rPr lang="en-US" sz="2700" kern="1200" dirty="0"/>
            <a:t> </a:t>
          </a:r>
          <a:r>
            <a:rPr lang="en-US" sz="2700" kern="1200" dirty="0" err="1"/>
            <a:t>hacer</a:t>
          </a:r>
          <a:r>
            <a:rPr lang="en-US" sz="2700" kern="1200" dirty="0"/>
            <a:t> </a:t>
          </a:r>
          <a:r>
            <a:rPr lang="en-US" sz="2700" kern="1200" dirty="0" err="1"/>
            <a:t>uso</a:t>
          </a:r>
          <a:r>
            <a:rPr lang="en-US" sz="2700" kern="1200" dirty="0"/>
            <a:t> del </a:t>
          </a:r>
          <a:r>
            <a:rPr lang="en-US" sz="2700" kern="1200" dirty="0" err="1"/>
            <a:t>ciclo</a:t>
          </a:r>
          <a:r>
            <a:rPr lang="en-US" sz="2700" kern="1200" dirty="0"/>
            <a:t> while y de un Contador para determiner el </a:t>
          </a:r>
          <a:r>
            <a:rPr lang="en-US" sz="2700" kern="1200" dirty="0" err="1"/>
            <a:t>número</a:t>
          </a:r>
          <a:r>
            <a:rPr lang="en-US" sz="2700" kern="1200" dirty="0"/>
            <a:t> de </a:t>
          </a:r>
          <a:r>
            <a:rPr lang="en-US" sz="2700" kern="1200" dirty="0" err="1"/>
            <a:t>veces</a:t>
          </a:r>
          <a:r>
            <a:rPr lang="en-US" sz="2700" kern="1200" dirty="0"/>
            <a:t> que se </a:t>
          </a:r>
          <a:r>
            <a:rPr lang="en-US" sz="2700" kern="1200" dirty="0" err="1"/>
            <a:t>puede</a:t>
          </a:r>
          <a:r>
            <a:rPr lang="en-US" sz="2700" kern="1200" dirty="0"/>
            <a:t> divider el </a:t>
          </a:r>
          <a:r>
            <a:rPr lang="en-US" sz="2700" kern="1200" dirty="0" err="1"/>
            <a:t>número</a:t>
          </a:r>
          <a:r>
            <a:rPr lang="en-US" sz="2700" kern="1200" dirty="0"/>
            <a:t> </a:t>
          </a:r>
          <a:r>
            <a:rPr lang="en-US" sz="2700" kern="1200" dirty="0" err="1"/>
            <a:t>ingresado</a:t>
          </a:r>
          <a:r>
            <a:rPr lang="en-US" sz="2700" kern="1200" dirty="0"/>
            <a:t> entre 10.</a:t>
          </a:r>
        </a:p>
      </dsp:txBody>
      <dsp:txXfrm>
        <a:off x="1750455" y="94390"/>
        <a:ext cx="4548518" cy="1887816"/>
      </dsp:txXfrm>
    </dsp:sp>
    <dsp:sp modelId="{FB4E0920-0FC0-46FA-AD69-42B283EE7F76}">
      <dsp:nvSpPr>
        <dsp:cNvPr id="0" name=""/>
        <dsp:cNvSpPr/>
      </dsp:nvSpPr>
      <dsp:spPr>
        <a:xfrm>
          <a:off x="1663540" y="1982207"/>
          <a:ext cx="463543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79377C-CCD4-4B59-8FCA-D5529267485E}">
      <dsp:nvSpPr>
        <dsp:cNvPr id="0" name=""/>
        <dsp:cNvSpPr/>
      </dsp:nvSpPr>
      <dsp:spPr>
        <a:xfrm>
          <a:off x="0" y="2078627"/>
          <a:ext cx="630537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92D11-438A-4D5F-8445-BF9CB56A388A}">
      <dsp:nvSpPr>
        <dsp:cNvPr id="0" name=""/>
        <dsp:cNvSpPr/>
      </dsp:nvSpPr>
      <dsp:spPr>
        <a:xfrm>
          <a:off x="0" y="2078627"/>
          <a:ext cx="1746744" cy="2078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Diseñe</a:t>
          </a:r>
          <a:r>
            <a:rPr lang="en-US" sz="3600" kern="1200" dirty="0"/>
            <a:t> la </a:t>
          </a:r>
          <a:r>
            <a:rPr lang="en-US" sz="3600" kern="1200" dirty="0" err="1"/>
            <a:t>función</a:t>
          </a:r>
          <a:r>
            <a:rPr lang="en-US" sz="3600" kern="1200" dirty="0"/>
            <a:t> </a:t>
          </a:r>
          <a:r>
            <a:rPr lang="en-US" sz="3600" kern="1200" dirty="0" err="1"/>
            <a:t>invertir</a:t>
          </a:r>
          <a:endParaRPr lang="en-US" sz="3600" kern="1200" dirty="0"/>
        </a:p>
      </dsp:txBody>
      <dsp:txXfrm>
        <a:off x="0" y="2078627"/>
        <a:ext cx="1746744" cy="2078627"/>
      </dsp:txXfrm>
    </dsp:sp>
    <dsp:sp modelId="{1EF1BD18-B079-4384-9CF8-4880B7DF21F3}">
      <dsp:nvSpPr>
        <dsp:cNvPr id="0" name=""/>
        <dsp:cNvSpPr/>
      </dsp:nvSpPr>
      <dsp:spPr>
        <a:xfrm>
          <a:off x="1832181" y="2173018"/>
          <a:ext cx="4471179" cy="1887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Tip: </a:t>
          </a:r>
          <a:r>
            <a:rPr lang="en-US" sz="2700" kern="1200" dirty="0" err="1"/>
            <a:t>Puedes</a:t>
          </a:r>
          <a:r>
            <a:rPr lang="en-US" sz="2700" kern="1200" dirty="0"/>
            <a:t> </a:t>
          </a:r>
          <a:r>
            <a:rPr lang="en-US" sz="2700" kern="1200" dirty="0" err="1"/>
            <a:t>hacer</a:t>
          </a:r>
          <a:r>
            <a:rPr lang="en-US" sz="2700" kern="1200" dirty="0"/>
            <a:t> </a:t>
          </a:r>
          <a:r>
            <a:rPr lang="en-US" sz="2700" kern="1200" dirty="0" err="1"/>
            <a:t>uso</a:t>
          </a:r>
          <a:r>
            <a:rPr lang="en-US" sz="2700" kern="1200" dirty="0"/>
            <a:t> del </a:t>
          </a:r>
          <a:r>
            <a:rPr lang="en-US" sz="2700" kern="1200" dirty="0" err="1"/>
            <a:t>ciclo</a:t>
          </a:r>
          <a:r>
            <a:rPr lang="en-US" sz="2700" kern="1200" dirty="0"/>
            <a:t> while y de una variable para </a:t>
          </a:r>
          <a:r>
            <a:rPr lang="en-US" sz="2700" kern="1200" dirty="0" err="1"/>
            <a:t>concatenar</a:t>
          </a:r>
          <a:r>
            <a:rPr lang="en-US" sz="2700" kern="1200" dirty="0"/>
            <a:t> los </a:t>
          </a:r>
          <a:r>
            <a:rPr lang="en-US" sz="2700" kern="1200" dirty="0" err="1"/>
            <a:t>residuos</a:t>
          </a:r>
          <a:r>
            <a:rPr lang="en-US" sz="2700" kern="1200" dirty="0"/>
            <a:t> de </a:t>
          </a:r>
          <a:r>
            <a:rPr lang="en-US" sz="2700" kern="1200" dirty="0" err="1"/>
            <a:t>todas</a:t>
          </a:r>
          <a:r>
            <a:rPr lang="en-US" sz="2700" kern="1200" dirty="0"/>
            <a:t> las divisions entre 10.</a:t>
          </a:r>
        </a:p>
      </dsp:txBody>
      <dsp:txXfrm>
        <a:off x="1832181" y="2173018"/>
        <a:ext cx="4471179" cy="1887816"/>
      </dsp:txXfrm>
    </dsp:sp>
    <dsp:sp modelId="{B95703B0-5C9C-4C3D-B944-9F8667186C1A}">
      <dsp:nvSpPr>
        <dsp:cNvPr id="0" name=""/>
        <dsp:cNvSpPr/>
      </dsp:nvSpPr>
      <dsp:spPr>
        <a:xfrm>
          <a:off x="1746744" y="4060835"/>
          <a:ext cx="455661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7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1"/>
            <a:ext cx="8689977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8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41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828564"/>
            <a:ext cx="10351753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3657458"/>
            <a:ext cx="10351753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827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5106027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199" y="2367093"/>
            <a:ext cx="5105401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303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30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3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4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3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8526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634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801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9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1"/>
            <a:ext cx="6200164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568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5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32853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81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8044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762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7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7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1448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2138722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763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6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0" y="2367093"/>
            <a:ext cx="329152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0" y="2943356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6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14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4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3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4"/>
            <a:ext cx="3303353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1"/>
            <a:ext cx="3303353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9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4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6" indent="0">
              <a:buNone/>
              <a:defRPr sz="1600"/>
            </a:lvl2pPr>
            <a:lvl3pPr marL="914411" indent="0">
              <a:buNone/>
              <a:defRPr sz="1600"/>
            </a:lvl3pPr>
            <a:lvl4pPr marL="1371617" indent="0">
              <a:buNone/>
              <a:defRPr sz="1600"/>
            </a:lvl4pPr>
            <a:lvl5pPr marL="1828823" indent="0">
              <a:buNone/>
              <a:defRPr sz="1600"/>
            </a:lvl5pPr>
            <a:lvl6pPr marL="2286029" indent="0">
              <a:buNone/>
              <a:defRPr sz="1600"/>
            </a:lvl6pPr>
            <a:lvl7pPr marL="2743234" indent="0">
              <a:buNone/>
              <a:defRPr sz="1600"/>
            </a:lvl7pPr>
            <a:lvl8pPr marL="3200440" indent="0">
              <a:buNone/>
              <a:defRPr sz="1600"/>
            </a:lvl8pPr>
            <a:lvl9pPr marL="3657646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4" y="4781079"/>
            <a:ext cx="3305052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6" indent="0">
              <a:buNone/>
              <a:defRPr sz="1200"/>
            </a:lvl2pPr>
            <a:lvl3pPr marL="914411" indent="0">
              <a:buNone/>
              <a:defRPr sz="1000"/>
            </a:lvl3pPr>
            <a:lvl4pPr marL="1371617" indent="0">
              <a:buNone/>
              <a:defRPr sz="900"/>
            </a:lvl4pPr>
            <a:lvl5pPr marL="1828823" indent="0">
              <a:buNone/>
              <a:defRPr sz="900"/>
            </a:lvl5pPr>
            <a:lvl6pPr marL="2286029" indent="0">
              <a:buNone/>
              <a:defRPr sz="900"/>
            </a:lvl6pPr>
            <a:lvl7pPr marL="2743234" indent="0">
              <a:buNone/>
              <a:defRPr sz="900"/>
            </a:lvl7pPr>
            <a:lvl8pPr marL="3200440" indent="0">
              <a:buNone/>
              <a:defRPr sz="900"/>
            </a:lvl8pPr>
            <a:lvl9pPr marL="3657646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5666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2367094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4207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2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609602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957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18"/>
            <a:ext cx="10364452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6" y="2367094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2513FA8-3D47-43E4-A78D-D1AF865CBB37}" type="datetimeFigureOut">
              <a:rPr lang="es-MX" smtClean="0"/>
              <a:t>18/03/2020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5" y="5883276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6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51660F0-4DC9-465A-9C6F-6170B33EF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809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11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B16EF4-B2EE-4C74-B840-F43FB0EB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Contador de cifras e Invertir un número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98700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F531CD9-4372-439C-B3DC-73ABB66B5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3260035" cy="1179443"/>
          </a:xfrm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 prst="coolSlant"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s-MX" dirty="0"/>
              <a:t>Ejemplo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7AA561F-D945-46EA-A78E-C66593EF82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5530" y="1934817"/>
            <a:ext cx="5834271" cy="48105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1200" b="1" dirty="0" err="1"/>
              <a:t>class</a:t>
            </a:r>
            <a:r>
              <a:rPr lang="es-MX" sz="1200" b="1" dirty="0"/>
              <a:t> </a:t>
            </a:r>
            <a:r>
              <a:rPr lang="es-MX" sz="1200" b="1" dirty="0" err="1"/>
              <a:t>Program</a:t>
            </a:r>
            <a:endParaRPr lang="es-MX" sz="1200" b="1" dirty="0"/>
          </a:p>
          <a:p>
            <a:pPr marL="0" indent="0">
              <a:buNone/>
            </a:pPr>
            <a:r>
              <a:rPr lang="es-MX" sz="1200" b="1" dirty="0"/>
              <a:t>{</a:t>
            </a:r>
          </a:p>
          <a:p>
            <a:pPr marL="0" indent="0">
              <a:buNone/>
            </a:pPr>
            <a:r>
              <a:rPr lang="es-MX" sz="1200" b="1" dirty="0"/>
              <a:t>    </a:t>
            </a:r>
            <a:r>
              <a:rPr lang="es-MX" sz="1200" b="1" dirty="0" err="1"/>
              <a:t>static</a:t>
            </a:r>
            <a:r>
              <a:rPr lang="es-MX" sz="1200" b="1" dirty="0"/>
              <a:t> </a:t>
            </a:r>
            <a:r>
              <a:rPr lang="es-MX" sz="1200" b="1" dirty="0" err="1"/>
              <a:t>void</a:t>
            </a:r>
            <a:r>
              <a:rPr lang="es-MX" sz="1200" b="1" dirty="0"/>
              <a:t> </a:t>
            </a:r>
            <a:r>
              <a:rPr lang="es-MX" sz="1200" b="1" dirty="0" err="1"/>
              <a:t>Main</a:t>
            </a:r>
            <a:r>
              <a:rPr lang="es-MX" sz="1200" b="1" dirty="0"/>
              <a:t>(</a:t>
            </a:r>
            <a:r>
              <a:rPr lang="es-MX" sz="1200" b="1" dirty="0" err="1"/>
              <a:t>string</a:t>
            </a:r>
            <a:r>
              <a:rPr lang="es-MX" sz="1200" b="1" dirty="0"/>
              <a:t>[] </a:t>
            </a:r>
            <a:r>
              <a:rPr lang="es-MX" sz="1200" b="1" dirty="0" err="1"/>
              <a:t>args</a:t>
            </a:r>
            <a:r>
              <a:rPr lang="es-MX" sz="1200" b="1" dirty="0"/>
              <a:t>)</a:t>
            </a:r>
          </a:p>
          <a:p>
            <a:pPr marL="0" indent="0">
              <a:buNone/>
            </a:pPr>
            <a:r>
              <a:rPr lang="es-MX" sz="1200" b="1" dirty="0"/>
              <a:t>    {</a:t>
            </a:r>
          </a:p>
          <a:p>
            <a:pPr marL="0" indent="0">
              <a:buNone/>
            </a:pPr>
            <a:r>
              <a:rPr lang="es-MX" sz="1200" b="1" dirty="0"/>
              <a:t>        </a:t>
            </a:r>
            <a:r>
              <a:rPr lang="es-MX" sz="1200" b="1" dirty="0" err="1"/>
              <a:t>int</a:t>
            </a:r>
            <a:r>
              <a:rPr lang="es-MX" sz="1200" b="1" dirty="0"/>
              <a:t> numero;</a:t>
            </a:r>
          </a:p>
          <a:p>
            <a:pPr marL="0" indent="0">
              <a:buNone/>
            </a:pPr>
            <a:r>
              <a:rPr lang="es-MX" sz="1200" b="1" dirty="0"/>
              <a:t>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("Dame un número entero de varias cifras: ");</a:t>
            </a:r>
          </a:p>
          <a:p>
            <a:pPr marL="0" indent="0">
              <a:buNone/>
            </a:pPr>
            <a:r>
              <a:rPr lang="es-MX" sz="1200" b="1" dirty="0"/>
              <a:t>        numero = </a:t>
            </a:r>
            <a:r>
              <a:rPr lang="es-MX" sz="1200" b="1" dirty="0" err="1"/>
              <a:t>int.Parse</a:t>
            </a:r>
            <a:r>
              <a:rPr lang="es-MX" sz="1200" b="1" dirty="0"/>
              <a:t>(</a:t>
            </a:r>
            <a:r>
              <a:rPr lang="es-MX" sz="1200" b="1" dirty="0" err="1"/>
              <a:t>Console.ReadLine</a:t>
            </a:r>
            <a:r>
              <a:rPr lang="es-MX" sz="1200" b="1" dirty="0"/>
              <a:t>());</a:t>
            </a:r>
          </a:p>
          <a:p>
            <a:pPr marL="0" indent="0">
              <a:buNone/>
            </a:pPr>
            <a:r>
              <a:rPr lang="es-MX" sz="1200" b="1" dirty="0"/>
              <a:t>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("La cantidad de cifras del número ingresado es: ");</a:t>
            </a:r>
          </a:p>
          <a:p>
            <a:pPr marL="0" indent="0">
              <a:buNone/>
            </a:pPr>
            <a:r>
              <a:rPr lang="es-MX" sz="1200" b="1" dirty="0"/>
              <a:t>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(cifras(numero));</a:t>
            </a:r>
          </a:p>
          <a:p>
            <a:pPr marL="0" indent="0">
              <a:buNone/>
            </a:pPr>
            <a:r>
              <a:rPr lang="es-MX" sz="1200" b="1" dirty="0"/>
              <a:t>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("El número de </a:t>
            </a:r>
            <a:r>
              <a:rPr lang="es-MX" sz="1200" b="1" dirty="0" err="1"/>
              <a:t>atras</a:t>
            </a:r>
            <a:r>
              <a:rPr lang="es-MX" sz="1200" b="1" dirty="0"/>
              <a:t> hacia adelante es: ");</a:t>
            </a:r>
          </a:p>
          <a:p>
            <a:pPr marL="0" indent="0">
              <a:buNone/>
            </a:pPr>
            <a:r>
              <a:rPr lang="es-MX" sz="1200" b="1" dirty="0"/>
              <a:t>        </a:t>
            </a:r>
            <a:r>
              <a:rPr lang="es-MX" sz="1200" b="1" dirty="0" err="1"/>
              <a:t>Console.WriteLine</a:t>
            </a:r>
            <a:r>
              <a:rPr lang="es-MX" sz="1200" b="1" dirty="0"/>
              <a:t>(invertir(numero));</a:t>
            </a:r>
          </a:p>
          <a:p>
            <a:pPr marL="0" indent="0">
              <a:buNone/>
            </a:pPr>
            <a:r>
              <a:rPr lang="es-MX" sz="1200" b="1" dirty="0"/>
              <a:t>    }</a:t>
            </a:r>
          </a:p>
          <a:p>
            <a:pPr marL="0" indent="0">
              <a:buNone/>
            </a:pPr>
            <a:r>
              <a:rPr lang="es-MX" sz="1200" b="1" dirty="0"/>
              <a:t>}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DE82FAA4-5FD6-45A0-8DDB-671FCB4F00E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3750" y="3587994"/>
            <a:ext cx="5106024" cy="2113784"/>
          </a:xfrm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9CAEADBD-2EB9-40AD-B29F-36AEB076CDB6}"/>
              </a:ext>
            </a:extLst>
          </p:cNvPr>
          <p:cNvCxnSpPr>
            <a:cxnSpLocks/>
          </p:cNvCxnSpPr>
          <p:nvPr/>
        </p:nvCxnSpPr>
        <p:spPr>
          <a:xfrm flipV="1">
            <a:off x="3564835" y="5141202"/>
            <a:ext cx="2769704" cy="393580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42BDCF3-1775-4BAB-948B-6CD5FBCF1276}"/>
              </a:ext>
            </a:extLst>
          </p:cNvPr>
          <p:cNvCxnSpPr>
            <a:cxnSpLocks/>
          </p:cNvCxnSpPr>
          <p:nvPr/>
        </p:nvCxnSpPr>
        <p:spPr>
          <a:xfrm flipV="1">
            <a:off x="3273287" y="4704522"/>
            <a:ext cx="3061252" cy="159026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AC79FCA-CC5A-49D2-9763-71450C5A4E76}"/>
              </a:ext>
            </a:extLst>
          </p:cNvPr>
          <p:cNvCxnSpPr>
            <a:cxnSpLocks/>
          </p:cNvCxnSpPr>
          <p:nvPr/>
        </p:nvCxnSpPr>
        <p:spPr>
          <a:xfrm flipH="1" flipV="1">
            <a:off x="3670852" y="4134678"/>
            <a:ext cx="2663687" cy="106018"/>
          </a:xfrm>
          <a:prstGeom prst="straightConnector1">
            <a:avLst/>
          </a:prstGeom>
          <a:ln w="63500"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0EBABA7-7E48-45B0-A427-FE8C0F1325CE}"/>
              </a:ext>
            </a:extLst>
          </p:cNvPr>
          <p:cNvSpPr txBox="1"/>
          <p:nvPr/>
        </p:nvSpPr>
        <p:spPr>
          <a:xfrm>
            <a:off x="3260034" y="-4033"/>
            <a:ext cx="8931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El siguiente código muestra el uso de 2 funciones personalizadas. La primera indica el número de cifras que tiene el número ingresado por el usuario. La segunda función invierte los valores de dicho número:</a:t>
            </a:r>
          </a:p>
        </p:txBody>
      </p:sp>
    </p:spTree>
    <p:extLst>
      <p:ext uri="{BB962C8B-B14F-4D97-AF65-F5344CB8AC3E}">
        <p14:creationId xmlns:p14="http://schemas.microsoft.com/office/powerpoint/2010/main" val="44847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>
            <a:extLst>
              <a:ext uri="{FF2B5EF4-FFF2-40B4-BE49-F238E27FC236}">
                <a16:creationId xmlns:a16="http://schemas.microsoft.com/office/drawing/2014/main" id="{597C553A-7D9B-4ED3-B734-500FEB8E61EA}"/>
              </a:ext>
            </a:extLst>
          </p:cNvPr>
          <p:cNvSpPr txBox="1">
            <a:spLocks/>
          </p:cNvSpPr>
          <p:nvPr/>
        </p:nvSpPr>
        <p:spPr>
          <a:xfrm>
            <a:off x="913774" y="828563"/>
            <a:ext cx="10351753" cy="2736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MX"/>
              <a:t>Contador de cifras e Invertir un número</a:t>
            </a:r>
            <a:endParaRPr lang="es-MX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10EFC9-BEF3-4904-8223-65B6E574F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Actividad</a:t>
            </a:r>
          </a:p>
        </p:txBody>
      </p:sp>
    </p:spTree>
    <p:extLst>
      <p:ext uri="{BB962C8B-B14F-4D97-AF65-F5344CB8AC3E}">
        <p14:creationId xmlns:p14="http://schemas.microsoft.com/office/powerpoint/2010/main" val="1987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7045EDB-9848-48E1-AF93-51B94A6B4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9EEEEA0-8671-4814-97F1-FAE29632A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43991"/>
            <a:ext cx="3145305" cy="4157256"/>
          </a:xfrm>
        </p:spPr>
        <p:txBody>
          <a:bodyPr>
            <a:normAutofit/>
          </a:bodyPr>
          <a:lstStyle/>
          <a:p>
            <a:pPr algn="l"/>
            <a:r>
              <a:rPr lang="es-MX" sz="4400"/>
              <a:t>Actividad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9DAEF2-2587-42F9-A6E0-D0002FD4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1253578"/>
            <a:ext cx="6926319" cy="4338083"/>
          </a:xfrm>
          <a:prstGeom prst="roundRect">
            <a:avLst>
              <a:gd name="adj" fmla="val 2158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 w="82550" cap="sq">
            <a:solidFill>
              <a:schemeClr val="bg1">
                <a:lumMod val="95000"/>
              </a:schemeClr>
            </a:solidFill>
            <a:miter lim="800000"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chemeClr val="bg1">
                <a:lumMod val="6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96B48BD-04DD-4A15-B184-476ECCC40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41"/>
          <a:stretch/>
        </p:blipFill>
        <p:spPr>
          <a:xfrm>
            <a:off x="0" y="1"/>
            <a:ext cx="12192000" cy="1773382"/>
          </a:xfrm>
          <a:prstGeom prst="rect">
            <a:avLst/>
          </a:prstGeom>
        </p:spPr>
      </p:pic>
      <p:graphicFrame>
        <p:nvGraphicFramePr>
          <p:cNvPr id="18" name="Marcador de contenido 6">
            <a:extLst>
              <a:ext uri="{FF2B5EF4-FFF2-40B4-BE49-F238E27FC236}">
                <a16:creationId xmlns:a16="http://schemas.microsoft.com/office/drawing/2014/main" id="{D432F1A5-9DFE-49BA-BA27-72D1DDE020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42293953"/>
              </p:ext>
            </p:extLst>
          </p:nvPr>
        </p:nvGraphicFramePr>
        <p:xfrm>
          <a:off x="4964770" y="1343991"/>
          <a:ext cx="6305371" cy="415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5671650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207</Words>
  <Application>Microsoft Office PowerPoint</Application>
  <PresentationFormat>Panorámica</PresentationFormat>
  <Paragraphs>24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Tw Cen MT</vt:lpstr>
      <vt:lpstr>Gota</vt:lpstr>
      <vt:lpstr>Contador de cifras e Invertir un número</vt:lpstr>
      <vt:lpstr>Ejemplo</vt:lpstr>
      <vt:lpstr>Presentación de PowerPoint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Manejo de Strings</dc:title>
  <dc:creator>carolina hernandez</dc:creator>
  <cp:lastModifiedBy>carolina hernandez</cp:lastModifiedBy>
  <cp:revision>6</cp:revision>
  <dcterms:created xsi:type="dcterms:W3CDTF">2020-03-18T22:38:50Z</dcterms:created>
  <dcterms:modified xsi:type="dcterms:W3CDTF">2020-03-18T23:07:10Z</dcterms:modified>
</cp:coreProperties>
</file>