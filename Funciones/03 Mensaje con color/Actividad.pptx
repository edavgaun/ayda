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0" r:id="rId2"/>
    <p:sldId id="263" r:id="rId3"/>
    <p:sldId id="262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EA35F-9EA8-442A-80CD-A2CA80078A40}">
      <dgm:prSet/>
      <dgm:spPr/>
      <dgm:t>
        <a:bodyPr/>
        <a:lstStyle/>
        <a:p>
          <a:pPr algn="ctr"/>
          <a:r>
            <a:rPr lang="en-US" dirty="0" err="1"/>
            <a:t>Diseñe</a:t>
          </a:r>
          <a:r>
            <a:rPr lang="en-US" dirty="0"/>
            <a:t> la </a:t>
          </a:r>
          <a:r>
            <a:rPr lang="en-US" dirty="0" err="1"/>
            <a:t>función</a:t>
          </a:r>
          <a:r>
            <a:rPr lang="en-US" dirty="0"/>
            <a:t> </a:t>
          </a:r>
          <a:r>
            <a:rPr lang="en-US" dirty="0" err="1"/>
            <a:t>Bienvenida</a:t>
          </a:r>
          <a:endParaRPr lang="en-US" dirty="0"/>
        </a:p>
      </dgm:t>
    </dgm:pt>
    <dgm:pt modelId="{3AD3BF8C-5C86-423F-91CD-F16E74FDEF05}" type="parTrans" cxnId="{47A35806-1547-46E0-ABED-B2F34D556A75}">
      <dgm:prSet/>
      <dgm:spPr/>
      <dgm:t>
        <a:bodyPr/>
        <a:lstStyle/>
        <a:p>
          <a:endParaRPr lang="en-US" sz="2800"/>
        </a:p>
      </dgm:t>
    </dgm:pt>
    <dgm:pt modelId="{DA859E8C-7A8E-4306-A7FE-098984535227}" type="sibTrans" cxnId="{47A35806-1547-46E0-ABED-B2F34D556A75}">
      <dgm:prSet/>
      <dgm:spPr/>
      <dgm:t>
        <a:bodyPr/>
        <a:lstStyle/>
        <a:p>
          <a:endParaRPr lang="en-US"/>
        </a:p>
      </dgm:t>
    </dgm:pt>
    <dgm:pt modelId="{A0446D41-6BE8-45D8-819F-613BB1F12E67}">
      <dgm:prSet/>
      <dgm:spPr/>
      <dgm:t>
        <a:bodyPr/>
        <a:lstStyle/>
        <a:p>
          <a:r>
            <a:rPr lang="en-US" dirty="0"/>
            <a:t>La </a:t>
          </a:r>
          <a:r>
            <a:rPr lang="en-US" dirty="0" err="1"/>
            <a:t>función</a:t>
          </a:r>
          <a:r>
            <a:rPr lang="en-US" dirty="0"/>
            <a:t> </a:t>
          </a:r>
          <a:r>
            <a:rPr lang="en-US" dirty="0" err="1"/>
            <a:t>recibe</a:t>
          </a:r>
          <a:r>
            <a:rPr lang="en-US" dirty="0"/>
            <a:t> 3 </a:t>
          </a:r>
          <a:r>
            <a:rPr lang="en-US" dirty="0" err="1"/>
            <a:t>argumentos</a:t>
          </a:r>
          <a:r>
            <a:rPr lang="en-US" dirty="0"/>
            <a:t>.</a:t>
          </a:r>
        </a:p>
      </dgm:t>
    </dgm:pt>
    <dgm:pt modelId="{F490C34C-C3D4-4E94-9313-8DAF153CCABC}" type="parTrans" cxnId="{FCFC1310-84BE-4DA1-8012-68DBD816ECF5}">
      <dgm:prSet/>
      <dgm:spPr/>
      <dgm:t>
        <a:bodyPr/>
        <a:lstStyle/>
        <a:p>
          <a:endParaRPr lang="es-MX"/>
        </a:p>
      </dgm:t>
    </dgm:pt>
    <dgm:pt modelId="{90971FD7-EA40-4915-9D00-92F033830169}" type="sibTrans" cxnId="{FCFC1310-84BE-4DA1-8012-68DBD816ECF5}">
      <dgm:prSet/>
      <dgm:spPr/>
      <dgm:t>
        <a:bodyPr/>
        <a:lstStyle/>
        <a:p>
          <a:endParaRPr lang="es-MX"/>
        </a:p>
      </dgm:t>
    </dgm:pt>
    <dgm:pt modelId="{9552D516-6AAB-4206-B8D5-97E1C287C60A}">
      <dgm:prSet/>
      <dgm:spPr/>
      <dgm:t>
        <a:bodyPr/>
        <a:lstStyle/>
        <a:p>
          <a:r>
            <a:rPr lang="en-US" dirty="0"/>
            <a:t>El primero es un string que </a:t>
          </a:r>
          <a:r>
            <a:rPr lang="en-US" dirty="0" err="1"/>
            <a:t>formará</a:t>
          </a:r>
          <a:r>
            <a:rPr lang="en-US" dirty="0"/>
            <a:t> </a:t>
          </a:r>
          <a:r>
            <a:rPr lang="en-US" dirty="0" err="1"/>
            <a:t>parte</a:t>
          </a:r>
          <a:r>
            <a:rPr lang="en-US" dirty="0"/>
            <a:t> del </a:t>
          </a:r>
          <a:r>
            <a:rPr lang="en-US" dirty="0" err="1"/>
            <a:t>mensaje</a:t>
          </a:r>
          <a:r>
            <a:rPr lang="en-US" dirty="0"/>
            <a:t> de </a:t>
          </a:r>
          <a:r>
            <a:rPr lang="en-US" dirty="0" err="1"/>
            <a:t>bienvenida</a:t>
          </a:r>
          <a:r>
            <a:rPr lang="en-US" dirty="0"/>
            <a:t>.</a:t>
          </a:r>
        </a:p>
      </dgm:t>
    </dgm:pt>
    <dgm:pt modelId="{834CFDEA-2E8E-403C-8CA4-1CCFFCD30DB7}" type="parTrans" cxnId="{3E88FEC8-BD22-46AE-88F5-83F76BB0A0E5}">
      <dgm:prSet/>
      <dgm:spPr/>
      <dgm:t>
        <a:bodyPr/>
        <a:lstStyle/>
        <a:p>
          <a:endParaRPr lang="es-MX"/>
        </a:p>
      </dgm:t>
    </dgm:pt>
    <dgm:pt modelId="{3D002231-2B8E-4EF7-9B7A-FA57BAB96EA4}" type="sibTrans" cxnId="{3E88FEC8-BD22-46AE-88F5-83F76BB0A0E5}">
      <dgm:prSet/>
      <dgm:spPr/>
      <dgm:t>
        <a:bodyPr/>
        <a:lstStyle/>
        <a:p>
          <a:endParaRPr lang="es-MX"/>
        </a:p>
      </dgm:t>
    </dgm:pt>
    <dgm:pt modelId="{6806EF3F-3796-4C8C-BB02-4DC245C26391}">
      <dgm:prSet/>
      <dgm:spPr/>
      <dgm:t>
        <a:bodyPr/>
        <a:lstStyle/>
        <a:p>
          <a:r>
            <a:rPr lang="en-US" dirty="0"/>
            <a:t>El Segundo </a:t>
          </a:r>
          <a:r>
            <a:rPr lang="en-US" dirty="0" err="1"/>
            <a:t>modifica</a:t>
          </a:r>
          <a:r>
            <a:rPr lang="en-US" dirty="0"/>
            <a:t> el color de </a:t>
          </a:r>
          <a:r>
            <a:rPr lang="en-US" dirty="0" err="1"/>
            <a:t>fondo</a:t>
          </a:r>
          <a:r>
            <a:rPr lang="en-US" dirty="0"/>
            <a:t>.</a:t>
          </a:r>
        </a:p>
      </dgm:t>
    </dgm:pt>
    <dgm:pt modelId="{FFFD4112-B031-4724-BC47-C3A1B68D88DE}" type="parTrans" cxnId="{53F04AC7-1D5F-4C90-9986-B32194A50837}">
      <dgm:prSet/>
      <dgm:spPr/>
      <dgm:t>
        <a:bodyPr/>
        <a:lstStyle/>
        <a:p>
          <a:endParaRPr lang="es-MX"/>
        </a:p>
      </dgm:t>
    </dgm:pt>
    <dgm:pt modelId="{1390F3C4-18AD-4298-BA5E-E7E2854AFD44}" type="sibTrans" cxnId="{53F04AC7-1D5F-4C90-9986-B32194A50837}">
      <dgm:prSet/>
      <dgm:spPr/>
      <dgm:t>
        <a:bodyPr/>
        <a:lstStyle/>
        <a:p>
          <a:endParaRPr lang="es-MX"/>
        </a:p>
      </dgm:t>
    </dgm:pt>
    <dgm:pt modelId="{C655C2BF-B38D-4FC4-95EC-3FDB4FCBCB34}">
      <dgm:prSet/>
      <dgm:spPr/>
      <dgm:t>
        <a:bodyPr/>
        <a:lstStyle/>
        <a:p>
          <a:r>
            <a:rPr lang="en-US" dirty="0"/>
            <a:t>El </a:t>
          </a:r>
          <a:r>
            <a:rPr lang="en-US" dirty="0" err="1"/>
            <a:t>tercero</a:t>
          </a:r>
          <a:r>
            <a:rPr lang="en-US" dirty="0"/>
            <a:t> </a:t>
          </a:r>
          <a:r>
            <a:rPr lang="en-US" dirty="0" err="1"/>
            <a:t>modifica</a:t>
          </a:r>
          <a:r>
            <a:rPr lang="en-US" dirty="0"/>
            <a:t> el color de la </a:t>
          </a:r>
          <a:r>
            <a:rPr lang="en-US" dirty="0" err="1"/>
            <a:t>letra</a:t>
          </a:r>
          <a:r>
            <a:rPr lang="en-US" dirty="0"/>
            <a:t>.</a:t>
          </a:r>
        </a:p>
      </dgm:t>
    </dgm:pt>
    <dgm:pt modelId="{21A318DA-E367-4E08-8631-0F47A1204EB8}" type="parTrans" cxnId="{1B676CE2-1FEB-42C8-94F2-4818971E0A2F}">
      <dgm:prSet/>
      <dgm:spPr/>
      <dgm:t>
        <a:bodyPr/>
        <a:lstStyle/>
        <a:p>
          <a:endParaRPr lang="es-MX"/>
        </a:p>
      </dgm:t>
    </dgm:pt>
    <dgm:pt modelId="{AD3B4A81-78B4-4986-9F00-03C049D8B551}" type="sibTrans" cxnId="{1B676CE2-1FEB-42C8-94F2-4818971E0A2F}">
      <dgm:prSet/>
      <dgm:spPr/>
      <dgm:t>
        <a:bodyPr/>
        <a:lstStyle/>
        <a:p>
          <a:endParaRPr lang="es-MX"/>
        </a:p>
      </dgm:t>
    </dgm:pt>
    <dgm:pt modelId="{BC42564F-62C8-4F8B-8C48-65C3733847E1}">
      <dgm:prSet/>
      <dgm:spPr/>
      <dgm:t>
        <a:bodyPr/>
        <a:lstStyle/>
        <a:p>
          <a:r>
            <a:rPr lang="en-US" dirty="0"/>
            <a:t>Una </a:t>
          </a:r>
          <a:r>
            <a:rPr lang="en-US" dirty="0" err="1"/>
            <a:t>vez</a:t>
          </a:r>
          <a:r>
            <a:rPr lang="en-US" dirty="0"/>
            <a:t> </a:t>
          </a:r>
          <a:r>
            <a:rPr lang="en-US" dirty="0" err="1"/>
            <a:t>escrito</a:t>
          </a:r>
          <a:r>
            <a:rPr lang="en-US" dirty="0"/>
            <a:t> el </a:t>
          </a:r>
          <a:r>
            <a:rPr lang="en-US" dirty="0" err="1"/>
            <a:t>mensaje</a:t>
          </a:r>
          <a:r>
            <a:rPr lang="en-US" dirty="0"/>
            <a:t>, los </a:t>
          </a:r>
          <a:r>
            <a:rPr lang="en-US" dirty="0" err="1"/>
            <a:t>colores</a:t>
          </a:r>
          <a:r>
            <a:rPr lang="en-US" dirty="0"/>
            <a:t> </a:t>
          </a:r>
          <a:r>
            <a:rPr lang="en-US" dirty="0" err="1"/>
            <a:t>deben</a:t>
          </a:r>
          <a:r>
            <a:rPr lang="en-US" dirty="0"/>
            <a:t> </a:t>
          </a:r>
          <a:r>
            <a:rPr lang="en-US" dirty="0" err="1"/>
            <a:t>regresar</a:t>
          </a:r>
          <a:r>
            <a:rPr lang="en-US" dirty="0"/>
            <a:t> a los que son por </a:t>
          </a:r>
          <a:r>
            <a:rPr lang="en-US" dirty="0" err="1"/>
            <a:t>defecto</a:t>
          </a:r>
          <a:r>
            <a:rPr lang="en-US" dirty="0"/>
            <a:t>: </a:t>
          </a:r>
          <a:r>
            <a:rPr lang="en-US" dirty="0" err="1"/>
            <a:t>Fondo</a:t>
          </a:r>
          <a:r>
            <a:rPr lang="en-US" dirty="0"/>
            <a:t> negro y </a:t>
          </a:r>
          <a:r>
            <a:rPr lang="en-US" dirty="0" err="1"/>
            <a:t>letra</a:t>
          </a:r>
          <a:r>
            <a:rPr lang="en-US" dirty="0"/>
            <a:t> </a:t>
          </a:r>
          <a:r>
            <a:rPr lang="en-US" dirty="0" err="1"/>
            <a:t>blanca</a:t>
          </a:r>
          <a:r>
            <a:rPr lang="en-US" dirty="0"/>
            <a:t>.</a:t>
          </a:r>
        </a:p>
      </dgm:t>
    </dgm:pt>
    <dgm:pt modelId="{20E979D9-21C4-40CE-ABC9-E118848F6025}" type="parTrans" cxnId="{6ABBCB7B-1D8D-4F50-8994-4FD9FE3E7F91}">
      <dgm:prSet/>
      <dgm:spPr/>
      <dgm:t>
        <a:bodyPr/>
        <a:lstStyle/>
        <a:p>
          <a:endParaRPr lang="es-MX"/>
        </a:p>
      </dgm:t>
    </dgm:pt>
    <dgm:pt modelId="{C5432F0D-1922-4676-9E47-B590DC710222}" type="sibTrans" cxnId="{6ABBCB7B-1D8D-4F50-8994-4FD9FE3E7F91}">
      <dgm:prSet/>
      <dgm:spPr/>
      <dgm:t>
        <a:bodyPr/>
        <a:lstStyle/>
        <a:p>
          <a:endParaRPr lang="es-MX"/>
        </a:p>
      </dgm:t>
    </dgm:pt>
    <dgm:pt modelId="{6ECB68C0-1580-4580-9C13-EEE207AF78A4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2E352E92-EC8D-4827-86A6-A7618AEAF49A}" type="pres">
      <dgm:prSet presAssocID="{EB9EA35F-9EA8-442A-80CD-A2CA80078A40}" presName="thickLine" presStyleLbl="alignNode1" presStyleIdx="0" presStyleCnt="1"/>
      <dgm:spPr/>
    </dgm:pt>
    <dgm:pt modelId="{BB934E5D-E852-4325-862F-D46BA18DFA07}" type="pres">
      <dgm:prSet presAssocID="{EB9EA35F-9EA8-442A-80CD-A2CA80078A40}" presName="horz1" presStyleCnt="0"/>
      <dgm:spPr/>
    </dgm:pt>
    <dgm:pt modelId="{BC3F1A9F-D225-437E-9762-6C7B2918C2EA}" type="pres">
      <dgm:prSet presAssocID="{EB9EA35F-9EA8-442A-80CD-A2CA80078A40}" presName="tx1" presStyleLbl="revTx" presStyleIdx="0" presStyleCnt="6" custScaleX="143550"/>
      <dgm:spPr/>
    </dgm:pt>
    <dgm:pt modelId="{133168E0-E37B-4A9E-8EAE-063B1CF5FA3F}" type="pres">
      <dgm:prSet presAssocID="{EB9EA35F-9EA8-442A-80CD-A2CA80078A40}" presName="vert1" presStyleCnt="0"/>
      <dgm:spPr/>
    </dgm:pt>
    <dgm:pt modelId="{71BAC548-5535-4CB0-890B-CDD0B0736C20}" type="pres">
      <dgm:prSet presAssocID="{A0446D41-6BE8-45D8-819F-613BB1F12E67}" presName="vertSpace2a" presStyleCnt="0"/>
      <dgm:spPr/>
    </dgm:pt>
    <dgm:pt modelId="{676037A3-8FFE-49D4-8AC5-CDCE7544219D}" type="pres">
      <dgm:prSet presAssocID="{A0446D41-6BE8-45D8-819F-613BB1F12E67}" presName="horz2" presStyleCnt="0"/>
      <dgm:spPr/>
    </dgm:pt>
    <dgm:pt modelId="{4B1EA2CA-EFC9-4640-990B-3A3EF7774574}" type="pres">
      <dgm:prSet presAssocID="{A0446D41-6BE8-45D8-819F-613BB1F12E67}" presName="horzSpace2" presStyleCnt="0"/>
      <dgm:spPr/>
    </dgm:pt>
    <dgm:pt modelId="{A1E8BAE3-B65F-4B66-BFCD-3C1B8815D706}" type="pres">
      <dgm:prSet presAssocID="{A0446D41-6BE8-45D8-819F-613BB1F12E67}" presName="tx2" presStyleLbl="revTx" presStyleIdx="1" presStyleCnt="6"/>
      <dgm:spPr/>
    </dgm:pt>
    <dgm:pt modelId="{4CAEFD1D-CF4F-4C07-BBDA-34E5060EAAC6}" type="pres">
      <dgm:prSet presAssocID="{A0446D41-6BE8-45D8-819F-613BB1F12E67}" presName="vert2" presStyleCnt="0"/>
      <dgm:spPr/>
    </dgm:pt>
    <dgm:pt modelId="{FB4E0920-0FC0-46FA-AD69-42B283EE7F76}" type="pres">
      <dgm:prSet presAssocID="{A0446D41-6BE8-45D8-819F-613BB1F12E67}" presName="thinLine2b" presStyleLbl="callout" presStyleIdx="0" presStyleCnt="5"/>
      <dgm:spPr/>
    </dgm:pt>
    <dgm:pt modelId="{1FDA7461-51B8-4D31-AAD2-20116913B774}" type="pres">
      <dgm:prSet presAssocID="{A0446D41-6BE8-45D8-819F-613BB1F12E67}" presName="vertSpace2b" presStyleCnt="0"/>
      <dgm:spPr/>
    </dgm:pt>
    <dgm:pt modelId="{4B4D4F06-48B5-48D8-B780-A745CE11BC14}" type="pres">
      <dgm:prSet presAssocID="{9552D516-6AAB-4206-B8D5-97E1C287C60A}" presName="horz2" presStyleCnt="0"/>
      <dgm:spPr/>
    </dgm:pt>
    <dgm:pt modelId="{CE3BDE2D-8961-48C8-8D21-A00FD3BE049A}" type="pres">
      <dgm:prSet presAssocID="{9552D516-6AAB-4206-B8D5-97E1C287C60A}" presName="horzSpace2" presStyleCnt="0"/>
      <dgm:spPr/>
    </dgm:pt>
    <dgm:pt modelId="{0FBCF258-635F-4DB6-942F-B18273F74F0A}" type="pres">
      <dgm:prSet presAssocID="{9552D516-6AAB-4206-B8D5-97E1C287C60A}" presName="tx2" presStyleLbl="revTx" presStyleIdx="2" presStyleCnt="6"/>
      <dgm:spPr/>
    </dgm:pt>
    <dgm:pt modelId="{38BBA96B-2F7A-4F07-83FD-8A87538E97BD}" type="pres">
      <dgm:prSet presAssocID="{9552D516-6AAB-4206-B8D5-97E1C287C60A}" presName="vert2" presStyleCnt="0"/>
      <dgm:spPr/>
    </dgm:pt>
    <dgm:pt modelId="{E0843DBD-A191-4A7B-9E3B-6CF26F524121}" type="pres">
      <dgm:prSet presAssocID="{9552D516-6AAB-4206-B8D5-97E1C287C60A}" presName="thinLine2b" presStyleLbl="callout" presStyleIdx="1" presStyleCnt="5"/>
      <dgm:spPr/>
    </dgm:pt>
    <dgm:pt modelId="{B8FABD23-3AF2-4C60-BA34-CB1B9504AAAE}" type="pres">
      <dgm:prSet presAssocID="{9552D516-6AAB-4206-B8D5-97E1C287C60A}" presName="vertSpace2b" presStyleCnt="0"/>
      <dgm:spPr/>
    </dgm:pt>
    <dgm:pt modelId="{29AD6D55-D7DC-40F1-BAD1-76AE00617E7C}" type="pres">
      <dgm:prSet presAssocID="{6806EF3F-3796-4C8C-BB02-4DC245C26391}" presName="horz2" presStyleCnt="0"/>
      <dgm:spPr/>
    </dgm:pt>
    <dgm:pt modelId="{4C3A186F-E76C-4614-B691-7FF0909B749D}" type="pres">
      <dgm:prSet presAssocID="{6806EF3F-3796-4C8C-BB02-4DC245C26391}" presName="horzSpace2" presStyleCnt="0"/>
      <dgm:spPr/>
    </dgm:pt>
    <dgm:pt modelId="{8070F123-4884-4EFE-9276-C9E8764881B0}" type="pres">
      <dgm:prSet presAssocID="{6806EF3F-3796-4C8C-BB02-4DC245C26391}" presName="tx2" presStyleLbl="revTx" presStyleIdx="3" presStyleCnt="6"/>
      <dgm:spPr/>
    </dgm:pt>
    <dgm:pt modelId="{0A5E8734-DC49-4A18-891F-0F1FA9AF94CD}" type="pres">
      <dgm:prSet presAssocID="{6806EF3F-3796-4C8C-BB02-4DC245C26391}" presName="vert2" presStyleCnt="0"/>
      <dgm:spPr/>
    </dgm:pt>
    <dgm:pt modelId="{891D4E53-AC98-45F5-AA7D-6C6298752853}" type="pres">
      <dgm:prSet presAssocID="{6806EF3F-3796-4C8C-BB02-4DC245C26391}" presName="thinLine2b" presStyleLbl="callout" presStyleIdx="2" presStyleCnt="5"/>
      <dgm:spPr/>
    </dgm:pt>
    <dgm:pt modelId="{7495B781-8C2E-43FD-9B3D-4FA0BAFF78BA}" type="pres">
      <dgm:prSet presAssocID="{6806EF3F-3796-4C8C-BB02-4DC245C26391}" presName="vertSpace2b" presStyleCnt="0"/>
      <dgm:spPr/>
    </dgm:pt>
    <dgm:pt modelId="{7079C2C7-DF6E-43D2-BE75-0D94D8229D26}" type="pres">
      <dgm:prSet presAssocID="{C655C2BF-B38D-4FC4-95EC-3FDB4FCBCB34}" presName="horz2" presStyleCnt="0"/>
      <dgm:spPr/>
    </dgm:pt>
    <dgm:pt modelId="{23AFDEE7-BEF9-412F-8770-A06207380D55}" type="pres">
      <dgm:prSet presAssocID="{C655C2BF-B38D-4FC4-95EC-3FDB4FCBCB34}" presName="horzSpace2" presStyleCnt="0"/>
      <dgm:spPr/>
    </dgm:pt>
    <dgm:pt modelId="{2B595253-FE36-472D-AFEC-911F78EF4A73}" type="pres">
      <dgm:prSet presAssocID="{C655C2BF-B38D-4FC4-95EC-3FDB4FCBCB34}" presName="tx2" presStyleLbl="revTx" presStyleIdx="4" presStyleCnt="6"/>
      <dgm:spPr/>
    </dgm:pt>
    <dgm:pt modelId="{5E7F1821-1E8D-40E9-909C-3D9E5FBD13B6}" type="pres">
      <dgm:prSet presAssocID="{C655C2BF-B38D-4FC4-95EC-3FDB4FCBCB34}" presName="vert2" presStyleCnt="0"/>
      <dgm:spPr/>
    </dgm:pt>
    <dgm:pt modelId="{E5A492D5-2671-4B70-A2F1-1E3ED18B861E}" type="pres">
      <dgm:prSet presAssocID="{C655C2BF-B38D-4FC4-95EC-3FDB4FCBCB34}" presName="thinLine2b" presStyleLbl="callout" presStyleIdx="3" presStyleCnt="5"/>
      <dgm:spPr/>
    </dgm:pt>
    <dgm:pt modelId="{FD81C268-4679-4436-A4AB-4C4B6198BD43}" type="pres">
      <dgm:prSet presAssocID="{C655C2BF-B38D-4FC4-95EC-3FDB4FCBCB34}" presName="vertSpace2b" presStyleCnt="0"/>
      <dgm:spPr/>
    </dgm:pt>
    <dgm:pt modelId="{C5415064-B737-46A9-8B80-5AD379C3530E}" type="pres">
      <dgm:prSet presAssocID="{BC42564F-62C8-4F8B-8C48-65C3733847E1}" presName="horz2" presStyleCnt="0"/>
      <dgm:spPr/>
    </dgm:pt>
    <dgm:pt modelId="{7BAC6552-282D-49EA-84E0-26361AC1CE46}" type="pres">
      <dgm:prSet presAssocID="{BC42564F-62C8-4F8B-8C48-65C3733847E1}" presName="horzSpace2" presStyleCnt="0"/>
      <dgm:spPr/>
    </dgm:pt>
    <dgm:pt modelId="{D752D56E-CA25-4DA3-9F1A-366F72B02E8E}" type="pres">
      <dgm:prSet presAssocID="{BC42564F-62C8-4F8B-8C48-65C3733847E1}" presName="tx2" presStyleLbl="revTx" presStyleIdx="5" presStyleCnt="6"/>
      <dgm:spPr/>
    </dgm:pt>
    <dgm:pt modelId="{F6D70E24-1F2A-4004-AF01-7EAA8690783C}" type="pres">
      <dgm:prSet presAssocID="{BC42564F-62C8-4F8B-8C48-65C3733847E1}" presName="vert2" presStyleCnt="0"/>
      <dgm:spPr/>
    </dgm:pt>
    <dgm:pt modelId="{49DB4A26-67D9-4348-93A5-93F12482C5D3}" type="pres">
      <dgm:prSet presAssocID="{BC42564F-62C8-4F8B-8C48-65C3733847E1}" presName="thinLine2b" presStyleLbl="callout" presStyleIdx="4" presStyleCnt="5"/>
      <dgm:spPr/>
    </dgm:pt>
    <dgm:pt modelId="{E07AD403-6091-4DAF-9B10-1BF9B89D8FA1}" type="pres">
      <dgm:prSet presAssocID="{BC42564F-62C8-4F8B-8C48-65C3733847E1}" presName="vertSpace2b" presStyleCnt="0"/>
      <dgm:spPr/>
    </dgm:pt>
  </dgm:ptLst>
  <dgm:cxnLst>
    <dgm:cxn modelId="{47A35806-1547-46E0-ABED-B2F34D556A75}" srcId="{0D1A17E4-57F9-492C-9CD6-E9B369BE60F9}" destId="{EB9EA35F-9EA8-442A-80CD-A2CA80078A40}" srcOrd="0" destOrd="0" parTransId="{3AD3BF8C-5C86-423F-91CD-F16E74FDEF05}" sibTransId="{DA859E8C-7A8E-4306-A7FE-098984535227}"/>
    <dgm:cxn modelId="{FCFC1310-84BE-4DA1-8012-68DBD816ECF5}" srcId="{EB9EA35F-9EA8-442A-80CD-A2CA80078A40}" destId="{A0446D41-6BE8-45D8-819F-613BB1F12E67}" srcOrd="0" destOrd="0" parTransId="{F490C34C-C3D4-4E94-9313-8DAF153CCABC}" sibTransId="{90971FD7-EA40-4915-9D00-92F033830169}"/>
    <dgm:cxn modelId="{E30C2630-9EBF-4888-BBE1-22D7323EF419}" type="presOf" srcId="{9552D516-6AAB-4206-B8D5-97E1C287C60A}" destId="{0FBCF258-635F-4DB6-942F-B18273F74F0A}" srcOrd="0" destOrd="0" presId="urn:microsoft.com/office/officeart/2008/layout/LinedList"/>
    <dgm:cxn modelId="{6B131674-7E3C-40BA-B3D5-6C5B16C3337C}" type="presOf" srcId="{C655C2BF-B38D-4FC4-95EC-3FDB4FCBCB34}" destId="{2B595253-FE36-472D-AFEC-911F78EF4A73}" srcOrd="0" destOrd="0" presId="urn:microsoft.com/office/officeart/2008/layout/LinedList"/>
    <dgm:cxn modelId="{6ABBCB7B-1D8D-4F50-8994-4FD9FE3E7F91}" srcId="{EB9EA35F-9EA8-442A-80CD-A2CA80078A40}" destId="{BC42564F-62C8-4F8B-8C48-65C3733847E1}" srcOrd="4" destOrd="0" parTransId="{20E979D9-21C4-40CE-ABC9-E118848F6025}" sibTransId="{C5432F0D-1922-4676-9E47-B590DC710222}"/>
    <dgm:cxn modelId="{9145438D-7015-4088-AA24-9C6016CA7A87}" type="presOf" srcId="{BC42564F-62C8-4F8B-8C48-65C3733847E1}" destId="{D752D56E-CA25-4DA3-9F1A-366F72B02E8E}" srcOrd="0" destOrd="0" presId="urn:microsoft.com/office/officeart/2008/layout/LinedList"/>
    <dgm:cxn modelId="{84E040A1-45C1-458F-A1BA-BEA1CE922CD8}" type="presOf" srcId="{A0446D41-6BE8-45D8-819F-613BB1F12E67}" destId="{A1E8BAE3-B65F-4B66-BFCD-3C1B8815D706}" srcOrd="0" destOrd="0" presId="urn:microsoft.com/office/officeart/2008/layout/LinedList"/>
    <dgm:cxn modelId="{61C0FEC0-266D-4D08-9AD5-FA1ED743B4F4}" type="presOf" srcId="{6806EF3F-3796-4C8C-BB02-4DC245C26391}" destId="{8070F123-4884-4EFE-9276-C9E8764881B0}" srcOrd="0" destOrd="0" presId="urn:microsoft.com/office/officeart/2008/layout/LinedList"/>
    <dgm:cxn modelId="{53F04AC7-1D5F-4C90-9986-B32194A50837}" srcId="{EB9EA35F-9EA8-442A-80CD-A2CA80078A40}" destId="{6806EF3F-3796-4C8C-BB02-4DC245C26391}" srcOrd="2" destOrd="0" parTransId="{FFFD4112-B031-4724-BC47-C3A1B68D88DE}" sibTransId="{1390F3C4-18AD-4298-BA5E-E7E2854AFD44}"/>
    <dgm:cxn modelId="{3E88FEC8-BD22-46AE-88F5-83F76BB0A0E5}" srcId="{EB9EA35F-9EA8-442A-80CD-A2CA80078A40}" destId="{9552D516-6AAB-4206-B8D5-97E1C287C60A}" srcOrd="1" destOrd="0" parTransId="{834CFDEA-2E8E-403C-8CA4-1CCFFCD30DB7}" sibTransId="{3D002231-2B8E-4EF7-9B7A-FA57BAB96EA4}"/>
    <dgm:cxn modelId="{1B676CE2-1FEB-42C8-94F2-4818971E0A2F}" srcId="{EB9EA35F-9EA8-442A-80CD-A2CA80078A40}" destId="{C655C2BF-B38D-4FC4-95EC-3FDB4FCBCB34}" srcOrd="3" destOrd="0" parTransId="{21A318DA-E367-4E08-8631-0F47A1204EB8}" sibTransId="{AD3B4A81-78B4-4986-9F00-03C049D8B551}"/>
    <dgm:cxn modelId="{F4BBACE4-4635-43F6-8FE2-1157E9960EAA}" type="presOf" srcId="{0D1A17E4-57F9-492C-9CD6-E9B369BE60F9}" destId="{6ECB68C0-1580-4580-9C13-EEE207AF78A4}" srcOrd="0" destOrd="0" presId="urn:microsoft.com/office/officeart/2008/layout/LinedList"/>
    <dgm:cxn modelId="{4DDAA6F5-5791-47D9-B424-8969320DA406}" type="presOf" srcId="{EB9EA35F-9EA8-442A-80CD-A2CA80078A40}" destId="{BC3F1A9F-D225-437E-9762-6C7B2918C2EA}" srcOrd="0" destOrd="0" presId="urn:microsoft.com/office/officeart/2008/layout/LinedList"/>
    <dgm:cxn modelId="{EABD46FD-B223-41B6-A829-C7A1A8023ABF}" type="presParOf" srcId="{6ECB68C0-1580-4580-9C13-EEE207AF78A4}" destId="{2E352E92-EC8D-4827-86A6-A7618AEAF49A}" srcOrd="0" destOrd="0" presId="urn:microsoft.com/office/officeart/2008/layout/LinedList"/>
    <dgm:cxn modelId="{7A3B78F3-992C-4614-A50E-FF1BB89E9CB7}" type="presParOf" srcId="{6ECB68C0-1580-4580-9C13-EEE207AF78A4}" destId="{BB934E5D-E852-4325-862F-D46BA18DFA07}" srcOrd="1" destOrd="0" presId="urn:microsoft.com/office/officeart/2008/layout/LinedList"/>
    <dgm:cxn modelId="{16037609-29C4-4CCD-AB7C-23EFE8BAC544}" type="presParOf" srcId="{BB934E5D-E852-4325-862F-D46BA18DFA07}" destId="{BC3F1A9F-D225-437E-9762-6C7B2918C2EA}" srcOrd="0" destOrd="0" presId="urn:microsoft.com/office/officeart/2008/layout/LinedList"/>
    <dgm:cxn modelId="{9EA7B304-0A79-462B-A0E8-4788B74CA449}" type="presParOf" srcId="{BB934E5D-E852-4325-862F-D46BA18DFA07}" destId="{133168E0-E37B-4A9E-8EAE-063B1CF5FA3F}" srcOrd="1" destOrd="0" presId="urn:microsoft.com/office/officeart/2008/layout/LinedList"/>
    <dgm:cxn modelId="{CF5647A8-819B-4711-995C-332449508B47}" type="presParOf" srcId="{133168E0-E37B-4A9E-8EAE-063B1CF5FA3F}" destId="{71BAC548-5535-4CB0-890B-CDD0B0736C20}" srcOrd="0" destOrd="0" presId="urn:microsoft.com/office/officeart/2008/layout/LinedList"/>
    <dgm:cxn modelId="{19347A49-3488-4F51-B603-3A25E0F08FCF}" type="presParOf" srcId="{133168E0-E37B-4A9E-8EAE-063B1CF5FA3F}" destId="{676037A3-8FFE-49D4-8AC5-CDCE7544219D}" srcOrd="1" destOrd="0" presId="urn:microsoft.com/office/officeart/2008/layout/LinedList"/>
    <dgm:cxn modelId="{80E1D3AE-2E5E-4441-84C5-5C44CDA767B3}" type="presParOf" srcId="{676037A3-8FFE-49D4-8AC5-CDCE7544219D}" destId="{4B1EA2CA-EFC9-4640-990B-3A3EF7774574}" srcOrd="0" destOrd="0" presId="urn:microsoft.com/office/officeart/2008/layout/LinedList"/>
    <dgm:cxn modelId="{339663CA-FA85-45E7-A722-554456636B50}" type="presParOf" srcId="{676037A3-8FFE-49D4-8AC5-CDCE7544219D}" destId="{A1E8BAE3-B65F-4B66-BFCD-3C1B8815D706}" srcOrd="1" destOrd="0" presId="urn:microsoft.com/office/officeart/2008/layout/LinedList"/>
    <dgm:cxn modelId="{6FBBD52A-B06B-43A3-820A-D0C56665D5C3}" type="presParOf" srcId="{676037A3-8FFE-49D4-8AC5-CDCE7544219D}" destId="{4CAEFD1D-CF4F-4C07-BBDA-34E5060EAAC6}" srcOrd="2" destOrd="0" presId="urn:microsoft.com/office/officeart/2008/layout/LinedList"/>
    <dgm:cxn modelId="{6C499DA8-39DF-4F4A-90B1-5C02A6E885D8}" type="presParOf" srcId="{133168E0-E37B-4A9E-8EAE-063B1CF5FA3F}" destId="{FB4E0920-0FC0-46FA-AD69-42B283EE7F76}" srcOrd="2" destOrd="0" presId="urn:microsoft.com/office/officeart/2008/layout/LinedList"/>
    <dgm:cxn modelId="{127DC8CA-911E-4DA9-9AC3-13F6DC54F9BD}" type="presParOf" srcId="{133168E0-E37B-4A9E-8EAE-063B1CF5FA3F}" destId="{1FDA7461-51B8-4D31-AAD2-20116913B774}" srcOrd="3" destOrd="0" presId="urn:microsoft.com/office/officeart/2008/layout/LinedList"/>
    <dgm:cxn modelId="{FCB90056-EC56-4A9B-9023-2783A7329A8E}" type="presParOf" srcId="{133168E0-E37B-4A9E-8EAE-063B1CF5FA3F}" destId="{4B4D4F06-48B5-48D8-B780-A745CE11BC14}" srcOrd="4" destOrd="0" presId="urn:microsoft.com/office/officeart/2008/layout/LinedList"/>
    <dgm:cxn modelId="{03BE2691-EF37-40D9-82D6-BB8C6614E16A}" type="presParOf" srcId="{4B4D4F06-48B5-48D8-B780-A745CE11BC14}" destId="{CE3BDE2D-8961-48C8-8D21-A00FD3BE049A}" srcOrd="0" destOrd="0" presId="urn:microsoft.com/office/officeart/2008/layout/LinedList"/>
    <dgm:cxn modelId="{1422A826-AD87-4A5B-9FCE-0DA6A1B35492}" type="presParOf" srcId="{4B4D4F06-48B5-48D8-B780-A745CE11BC14}" destId="{0FBCF258-635F-4DB6-942F-B18273F74F0A}" srcOrd="1" destOrd="0" presId="urn:microsoft.com/office/officeart/2008/layout/LinedList"/>
    <dgm:cxn modelId="{72F856E8-798D-4D74-9187-4DC42819B4D1}" type="presParOf" srcId="{4B4D4F06-48B5-48D8-B780-A745CE11BC14}" destId="{38BBA96B-2F7A-4F07-83FD-8A87538E97BD}" srcOrd="2" destOrd="0" presId="urn:microsoft.com/office/officeart/2008/layout/LinedList"/>
    <dgm:cxn modelId="{0FAF0698-8407-4A2D-BE97-BF87266A946F}" type="presParOf" srcId="{133168E0-E37B-4A9E-8EAE-063B1CF5FA3F}" destId="{E0843DBD-A191-4A7B-9E3B-6CF26F524121}" srcOrd="5" destOrd="0" presId="urn:microsoft.com/office/officeart/2008/layout/LinedList"/>
    <dgm:cxn modelId="{E58BD2C3-60C4-4127-A868-9EB7C7B507EC}" type="presParOf" srcId="{133168E0-E37B-4A9E-8EAE-063B1CF5FA3F}" destId="{B8FABD23-3AF2-4C60-BA34-CB1B9504AAAE}" srcOrd="6" destOrd="0" presId="urn:microsoft.com/office/officeart/2008/layout/LinedList"/>
    <dgm:cxn modelId="{E0E102FE-2D18-4D9A-BBFB-66BB4B30A36A}" type="presParOf" srcId="{133168E0-E37B-4A9E-8EAE-063B1CF5FA3F}" destId="{29AD6D55-D7DC-40F1-BAD1-76AE00617E7C}" srcOrd="7" destOrd="0" presId="urn:microsoft.com/office/officeart/2008/layout/LinedList"/>
    <dgm:cxn modelId="{C35A896B-A0EB-4DA4-8216-0269A900A62A}" type="presParOf" srcId="{29AD6D55-D7DC-40F1-BAD1-76AE00617E7C}" destId="{4C3A186F-E76C-4614-B691-7FF0909B749D}" srcOrd="0" destOrd="0" presId="urn:microsoft.com/office/officeart/2008/layout/LinedList"/>
    <dgm:cxn modelId="{C1848DD0-3EDA-4825-A976-421861BCEEC1}" type="presParOf" srcId="{29AD6D55-D7DC-40F1-BAD1-76AE00617E7C}" destId="{8070F123-4884-4EFE-9276-C9E8764881B0}" srcOrd="1" destOrd="0" presId="urn:microsoft.com/office/officeart/2008/layout/LinedList"/>
    <dgm:cxn modelId="{4DEE33AA-41F6-41E6-A868-C5909A834FD6}" type="presParOf" srcId="{29AD6D55-D7DC-40F1-BAD1-76AE00617E7C}" destId="{0A5E8734-DC49-4A18-891F-0F1FA9AF94CD}" srcOrd="2" destOrd="0" presId="urn:microsoft.com/office/officeart/2008/layout/LinedList"/>
    <dgm:cxn modelId="{C68F0321-D56A-40EF-B061-79513A02908A}" type="presParOf" srcId="{133168E0-E37B-4A9E-8EAE-063B1CF5FA3F}" destId="{891D4E53-AC98-45F5-AA7D-6C6298752853}" srcOrd="8" destOrd="0" presId="urn:microsoft.com/office/officeart/2008/layout/LinedList"/>
    <dgm:cxn modelId="{67A8D747-2640-4D63-B5E6-3C569BE5CF6E}" type="presParOf" srcId="{133168E0-E37B-4A9E-8EAE-063B1CF5FA3F}" destId="{7495B781-8C2E-43FD-9B3D-4FA0BAFF78BA}" srcOrd="9" destOrd="0" presId="urn:microsoft.com/office/officeart/2008/layout/LinedList"/>
    <dgm:cxn modelId="{D4EC943C-DECF-4BB5-BA51-72351E9BE86B}" type="presParOf" srcId="{133168E0-E37B-4A9E-8EAE-063B1CF5FA3F}" destId="{7079C2C7-DF6E-43D2-BE75-0D94D8229D26}" srcOrd="10" destOrd="0" presId="urn:microsoft.com/office/officeart/2008/layout/LinedList"/>
    <dgm:cxn modelId="{19EC70B7-8573-4285-A464-0ADB8531B8C7}" type="presParOf" srcId="{7079C2C7-DF6E-43D2-BE75-0D94D8229D26}" destId="{23AFDEE7-BEF9-412F-8770-A06207380D55}" srcOrd="0" destOrd="0" presId="urn:microsoft.com/office/officeart/2008/layout/LinedList"/>
    <dgm:cxn modelId="{012194FD-3763-48D5-85C4-D1B6B0BDED1E}" type="presParOf" srcId="{7079C2C7-DF6E-43D2-BE75-0D94D8229D26}" destId="{2B595253-FE36-472D-AFEC-911F78EF4A73}" srcOrd="1" destOrd="0" presId="urn:microsoft.com/office/officeart/2008/layout/LinedList"/>
    <dgm:cxn modelId="{7C79AD16-BBCE-48DC-AB8D-FB7AA6748EB4}" type="presParOf" srcId="{7079C2C7-DF6E-43D2-BE75-0D94D8229D26}" destId="{5E7F1821-1E8D-40E9-909C-3D9E5FBD13B6}" srcOrd="2" destOrd="0" presId="urn:microsoft.com/office/officeart/2008/layout/LinedList"/>
    <dgm:cxn modelId="{706DEC46-6DF5-4005-B3DF-D72617158089}" type="presParOf" srcId="{133168E0-E37B-4A9E-8EAE-063B1CF5FA3F}" destId="{E5A492D5-2671-4B70-A2F1-1E3ED18B861E}" srcOrd="11" destOrd="0" presId="urn:microsoft.com/office/officeart/2008/layout/LinedList"/>
    <dgm:cxn modelId="{3E607569-AC84-45D8-B70E-EA7D06857632}" type="presParOf" srcId="{133168E0-E37B-4A9E-8EAE-063B1CF5FA3F}" destId="{FD81C268-4679-4436-A4AB-4C4B6198BD43}" srcOrd="12" destOrd="0" presId="urn:microsoft.com/office/officeart/2008/layout/LinedList"/>
    <dgm:cxn modelId="{036C0AE4-5A7B-4CF2-BF7E-9142316FE763}" type="presParOf" srcId="{133168E0-E37B-4A9E-8EAE-063B1CF5FA3F}" destId="{C5415064-B737-46A9-8B80-5AD379C3530E}" srcOrd="13" destOrd="0" presId="urn:microsoft.com/office/officeart/2008/layout/LinedList"/>
    <dgm:cxn modelId="{2BA0BAD9-279C-4376-B5AC-FEE065CAAD75}" type="presParOf" srcId="{C5415064-B737-46A9-8B80-5AD379C3530E}" destId="{7BAC6552-282D-49EA-84E0-26361AC1CE46}" srcOrd="0" destOrd="0" presId="urn:microsoft.com/office/officeart/2008/layout/LinedList"/>
    <dgm:cxn modelId="{DA0B7D08-B068-4501-9586-7D9AA2CA4FFF}" type="presParOf" srcId="{C5415064-B737-46A9-8B80-5AD379C3530E}" destId="{D752D56E-CA25-4DA3-9F1A-366F72B02E8E}" srcOrd="1" destOrd="0" presId="urn:microsoft.com/office/officeart/2008/layout/LinedList"/>
    <dgm:cxn modelId="{28B57421-29A0-4B94-9261-9FC239305A98}" type="presParOf" srcId="{C5415064-B737-46A9-8B80-5AD379C3530E}" destId="{F6D70E24-1F2A-4004-AF01-7EAA8690783C}" srcOrd="2" destOrd="0" presId="urn:microsoft.com/office/officeart/2008/layout/LinedList"/>
    <dgm:cxn modelId="{5DD07C8C-A9B6-48A9-97FE-80FA5CE27E90}" type="presParOf" srcId="{133168E0-E37B-4A9E-8EAE-063B1CF5FA3F}" destId="{49DB4A26-67D9-4348-93A5-93F12482C5D3}" srcOrd="14" destOrd="0" presId="urn:microsoft.com/office/officeart/2008/layout/LinedList"/>
    <dgm:cxn modelId="{281D4364-91F5-4E45-8BDE-06E88DE17EDE}" type="presParOf" srcId="{133168E0-E37B-4A9E-8EAE-063B1CF5FA3F}" destId="{E07AD403-6091-4DAF-9B10-1BF9B89D8FA1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2E92-EC8D-4827-86A6-A7618AEAF49A}">
      <dsp:nvSpPr>
        <dsp:cNvPr id="0" name=""/>
        <dsp:cNvSpPr/>
      </dsp:nvSpPr>
      <dsp:spPr>
        <a:xfrm>
          <a:off x="0" y="0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F1A9F-D225-437E-9762-6C7B2918C2EA}">
      <dsp:nvSpPr>
        <dsp:cNvPr id="0" name=""/>
        <dsp:cNvSpPr/>
      </dsp:nvSpPr>
      <dsp:spPr>
        <a:xfrm>
          <a:off x="0" y="0"/>
          <a:ext cx="1663540" cy="4157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Diseñe</a:t>
          </a:r>
          <a:r>
            <a:rPr lang="en-US" sz="2600" kern="1200" dirty="0"/>
            <a:t> la </a:t>
          </a:r>
          <a:r>
            <a:rPr lang="en-US" sz="2600" kern="1200" dirty="0" err="1"/>
            <a:t>función</a:t>
          </a:r>
          <a:r>
            <a:rPr lang="en-US" sz="2600" kern="1200" dirty="0"/>
            <a:t> </a:t>
          </a:r>
          <a:r>
            <a:rPr lang="en-US" sz="2600" kern="1200" dirty="0" err="1"/>
            <a:t>Bienvenida</a:t>
          </a:r>
          <a:endParaRPr lang="en-US" sz="2600" kern="1200" dirty="0"/>
        </a:p>
      </dsp:txBody>
      <dsp:txXfrm>
        <a:off x="0" y="0"/>
        <a:ext cx="1663540" cy="4157256"/>
      </dsp:txXfrm>
    </dsp:sp>
    <dsp:sp modelId="{A1E8BAE3-B65F-4B66-BFCD-3C1B8815D706}">
      <dsp:nvSpPr>
        <dsp:cNvPr id="0" name=""/>
        <dsp:cNvSpPr/>
      </dsp:nvSpPr>
      <dsp:spPr>
        <a:xfrm>
          <a:off x="1750455" y="39177"/>
          <a:ext cx="4548518" cy="783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La </a:t>
          </a:r>
          <a:r>
            <a:rPr lang="en-US" sz="1700" kern="1200" dirty="0" err="1"/>
            <a:t>función</a:t>
          </a:r>
          <a:r>
            <a:rPr lang="en-US" sz="1700" kern="1200" dirty="0"/>
            <a:t> </a:t>
          </a:r>
          <a:r>
            <a:rPr lang="en-US" sz="1700" kern="1200" dirty="0" err="1"/>
            <a:t>recibe</a:t>
          </a:r>
          <a:r>
            <a:rPr lang="en-US" sz="1700" kern="1200" dirty="0"/>
            <a:t> 3 </a:t>
          </a:r>
          <a:r>
            <a:rPr lang="en-US" sz="1700" kern="1200" dirty="0" err="1"/>
            <a:t>argumentos</a:t>
          </a:r>
          <a:r>
            <a:rPr lang="en-US" sz="1700" kern="1200" dirty="0"/>
            <a:t>.</a:t>
          </a:r>
        </a:p>
      </dsp:txBody>
      <dsp:txXfrm>
        <a:off x="1750455" y="39177"/>
        <a:ext cx="4548518" cy="783545"/>
      </dsp:txXfrm>
    </dsp:sp>
    <dsp:sp modelId="{FB4E0920-0FC0-46FA-AD69-42B283EE7F76}">
      <dsp:nvSpPr>
        <dsp:cNvPr id="0" name=""/>
        <dsp:cNvSpPr/>
      </dsp:nvSpPr>
      <dsp:spPr>
        <a:xfrm>
          <a:off x="1663540" y="822722"/>
          <a:ext cx="463543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CF258-635F-4DB6-942F-B18273F74F0A}">
      <dsp:nvSpPr>
        <dsp:cNvPr id="0" name=""/>
        <dsp:cNvSpPr/>
      </dsp:nvSpPr>
      <dsp:spPr>
        <a:xfrm>
          <a:off x="1750455" y="861899"/>
          <a:ext cx="4548518" cy="783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El primero es un string que </a:t>
          </a:r>
          <a:r>
            <a:rPr lang="en-US" sz="1700" kern="1200" dirty="0" err="1"/>
            <a:t>formará</a:t>
          </a:r>
          <a:r>
            <a:rPr lang="en-US" sz="1700" kern="1200" dirty="0"/>
            <a:t> </a:t>
          </a:r>
          <a:r>
            <a:rPr lang="en-US" sz="1700" kern="1200" dirty="0" err="1"/>
            <a:t>parte</a:t>
          </a:r>
          <a:r>
            <a:rPr lang="en-US" sz="1700" kern="1200" dirty="0"/>
            <a:t> del </a:t>
          </a:r>
          <a:r>
            <a:rPr lang="en-US" sz="1700" kern="1200" dirty="0" err="1"/>
            <a:t>mensaje</a:t>
          </a:r>
          <a:r>
            <a:rPr lang="en-US" sz="1700" kern="1200" dirty="0"/>
            <a:t> de </a:t>
          </a:r>
          <a:r>
            <a:rPr lang="en-US" sz="1700" kern="1200" dirty="0" err="1"/>
            <a:t>bienvenida</a:t>
          </a:r>
          <a:r>
            <a:rPr lang="en-US" sz="1700" kern="1200" dirty="0"/>
            <a:t>.</a:t>
          </a:r>
        </a:p>
      </dsp:txBody>
      <dsp:txXfrm>
        <a:off x="1750455" y="861899"/>
        <a:ext cx="4548518" cy="783545"/>
      </dsp:txXfrm>
    </dsp:sp>
    <dsp:sp modelId="{E0843DBD-A191-4A7B-9E3B-6CF26F524121}">
      <dsp:nvSpPr>
        <dsp:cNvPr id="0" name=""/>
        <dsp:cNvSpPr/>
      </dsp:nvSpPr>
      <dsp:spPr>
        <a:xfrm>
          <a:off x="1663540" y="1645445"/>
          <a:ext cx="463543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0F123-4884-4EFE-9276-C9E8764881B0}">
      <dsp:nvSpPr>
        <dsp:cNvPr id="0" name=""/>
        <dsp:cNvSpPr/>
      </dsp:nvSpPr>
      <dsp:spPr>
        <a:xfrm>
          <a:off x="1750455" y="1684622"/>
          <a:ext cx="4548518" cy="783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El Segundo </a:t>
          </a:r>
          <a:r>
            <a:rPr lang="en-US" sz="1700" kern="1200" dirty="0" err="1"/>
            <a:t>modifica</a:t>
          </a:r>
          <a:r>
            <a:rPr lang="en-US" sz="1700" kern="1200" dirty="0"/>
            <a:t> el color de </a:t>
          </a:r>
          <a:r>
            <a:rPr lang="en-US" sz="1700" kern="1200" dirty="0" err="1"/>
            <a:t>fondo</a:t>
          </a:r>
          <a:r>
            <a:rPr lang="en-US" sz="1700" kern="1200" dirty="0"/>
            <a:t>.</a:t>
          </a:r>
        </a:p>
      </dsp:txBody>
      <dsp:txXfrm>
        <a:off x="1750455" y="1684622"/>
        <a:ext cx="4548518" cy="783545"/>
      </dsp:txXfrm>
    </dsp:sp>
    <dsp:sp modelId="{891D4E53-AC98-45F5-AA7D-6C6298752853}">
      <dsp:nvSpPr>
        <dsp:cNvPr id="0" name=""/>
        <dsp:cNvSpPr/>
      </dsp:nvSpPr>
      <dsp:spPr>
        <a:xfrm>
          <a:off x="1663540" y="2468167"/>
          <a:ext cx="463543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95253-FE36-472D-AFEC-911F78EF4A73}">
      <dsp:nvSpPr>
        <dsp:cNvPr id="0" name=""/>
        <dsp:cNvSpPr/>
      </dsp:nvSpPr>
      <dsp:spPr>
        <a:xfrm>
          <a:off x="1750455" y="2507345"/>
          <a:ext cx="4548518" cy="783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El </a:t>
          </a:r>
          <a:r>
            <a:rPr lang="en-US" sz="1700" kern="1200" dirty="0" err="1"/>
            <a:t>tercero</a:t>
          </a:r>
          <a:r>
            <a:rPr lang="en-US" sz="1700" kern="1200" dirty="0"/>
            <a:t> </a:t>
          </a:r>
          <a:r>
            <a:rPr lang="en-US" sz="1700" kern="1200" dirty="0" err="1"/>
            <a:t>modifica</a:t>
          </a:r>
          <a:r>
            <a:rPr lang="en-US" sz="1700" kern="1200" dirty="0"/>
            <a:t> el color de la </a:t>
          </a:r>
          <a:r>
            <a:rPr lang="en-US" sz="1700" kern="1200" dirty="0" err="1"/>
            <a:t>letra</a:t>
          </a:r>
          <a:r>
            <a:rPr lang="en-US" sz="1700" kern="1200" dirty="0"/>
            <a:t>.</a:t>
          </a:r>
        </a:p>
      </dsp:txBody>
      <dsp:txXfrm>
        <a:off x="1750455" y="2507345"/>
        <a:ext cx="4548518" cy="783545"/>
      </dsp:txXfrm>
    </dsp:sp>
    <dsp:sp modelId="{E5A492D5-2671-4B70-A2F1-1E3ED18B861E}">
      <dsp:nvSpPr>
        <dsp:cNvPr id="0" name=""/>
        <dsp:cNvSpPr/>
      </dsp:nvSpPr>
      <dsp:spPr>
        <a:xfrm>
          <a:off x="1663540" y="3290890"/>
          <a:ext cx="463543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2D56E-CA25-4DA3-9F1A-366F72B02E8E}">
      <dsp:nvSpPr>
        <dsp:cNvPr id="0" name=""/>
        <dsp:cNvSpPr/>
      </dsp:nvSpPr>
      <dsp:spPr>
        <a:xfrm>
          <a:off x="1750455" y="3330067"/>
          <a:ext cx="4548518" cy="783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Una </a:t>
          </a:r>
          <a:r>
            <a:rPr lang="en-US" sz="1700" kern="1200" dirty="0" err="1"/>
            <a:t>vez</a:t>
          </a:r>
          <a:r>
            <a:rPr lang="en-US" sz="1700" kern="1200" dirty="0"/>
            <a:t> </a:t>
          </a:r>
          <a:r>
            <a:rPr lang="en-US" sz="1700" kern="1200" dirty="0" err="1"/>
            <a:t>escrito</a:t>
          </a:r>
          <a:r>
            <a:rPr lang="en-US" sz="1700" kern="1200" dirty="0"/>
            <a:t> el </a:t>
          </a:r>
          <a:r>
            <a:rPr lang="en-US" sz="1700" kern="1200" dirty="0" err="1"/>
            <a:t>mensaje</a:t>
          </a:r>
          <a:r>
            <a:rPr lang="en-US" sz="1700" kern="1200" dirty="0"/>
            <a:t>, los </a:t>
          </a:r>
          <a:r>
            <a:rPr lang="en-US" sz="1700" kern="1200" dirty="0" err="1"/>
            <a:t>colores</a:t>
          </a:r>
          <a:r>
            <a:rPr lang="en-US" sz="1700" kern="1200" dirty="0"/>
            <a:t> </a:t>
          </a:r>
          <a:r>
            <a:rPr lang="en-US" sz="1700" kern="1200" dirty="0" err="1"/>
            <a:t>deben</a:t>
          </a:r>
          <a:r>
            <a:rPr lang="en-US" sz="1700" kern="1200" dirty="0"/>
            <a:t> </a:t>
          </a:r>
          <a:r>
            <a:rPr lang="en-US" sz="1700" kern="1200" dirty="0" err="1"/>
            <a:t>regresar</a:t>
          </a:r>
          <a:r>
            <a:rPr lang="en-US" sz="1700" kern="1200" dirty="0"/>
            <a:t> a los que son por </a:t>
          </a:r>
          <a:r>
            <a:rPr lang="en-US" sz="1700" kern="1200" dirty="0" err="1"/>
            <a:t>defecto</a:t>
          </a:r>
          <a:r>
            <a:rPr lang="en-US" sz="1700" kern="1200" dirty="0"/>
            <a:t>: </a:t>
          </a:r>
          <a:r>
            <a:rPr lang="en-US" sz="1700" kern="1200" dirty="0" err="1"/>
            <a:t>Fondo</a:t>
          </a:r>
          <a:r>
            <a:rPr lang="en-US" sz="1700" kern="1200" dirty="0"/>
            <a:t> negro y </a:t>
          </a:r>
          <a:r>
            <a:rPr lang="en-US" sz="1700" kern="1200" dirty="0" err="1"/>
            <a:t>letra</a:t>
          </a:r>
          <a:r>
            <a:rPr lang="en-US" sz="1700" kern="1200" dirty="0"/>
            <a:t> </a:t>
          </a:r>
          <a:r>
            <a:rPr lang="en-US" sz="1700" kern="1200" dirty="0" err="1"/>
            <a:t>blanca</a:t>
          </a:r>
          <a:r>
            <a:rPr lang="en-US" sz="1700" kern="1200" dirty="0"/>
            <a:t>.</a:t>
          </a:r>
        </a:p>
      </dsp:txBody>
      <dsp:txXfrm>
        <a:off x="1750455" y="3330067"/>
        <a:ext cx="4548518" cy="783545"/>
      </dsp:txXfrm>
    </dsp:sp>
    <dsp:sp modelId="{49DB4A26-67D9-4348-93A5-93F12482C5D3}">
      <dsp:nvSpPr>
        <dsp:cNvPr id="0" name=""/>
        <dsp:cNvSpPr/>
      </dsp:nvSpPr>
      <dsp:spPr>
        <a:xfrm>
          <a:off x="1663540" y="4113612"/>
          <a:ext cx="463543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7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1"/>
            <a:ext cx="8689977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8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41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4"/>
            <a:ext cx="10351753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8"/>
            <a:ext cx="10351753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827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5106027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199" y="2367093"/>
            <a:ext cx="5105401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30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30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3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4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3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852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634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801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9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1"/>
            <a:ext cx="6200164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68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5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32853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81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804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762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7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7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1448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2138722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763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6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6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6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4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4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3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4"/>
            <a:ext cx="3303353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1"/>
            <a:ext cx="3303353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4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79"/>
            <a:ext cx="3305052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5666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2367094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4207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2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609602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957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6" y="2367094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6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6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809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11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B16EF4-B2EE-4C74-B840-F43FB0EB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Mensaje que cambia de color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9870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F531CD9-4372-439C-B3DC-73ABB66B5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3260035" cy="1179443"/>
          </a:xfrm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 prst="coolSlant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s-MX" dirty="0"/>
              <a:t>Ejemplo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7AA561F-D945-46EA-A78E-C66593EF82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5530" y="1934817"/>
            <a:ext cx="5834271" cy="48105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200" b="1" dirty="0"/>
              <a:t>class Program</a:t>
            </a:r>
          </a:p>
          <a:p>
            <a:pPr marL="0" indent="0">
              <a:buNone/>
            </a:pPr>
            <a:r>
              <a:rPr lang="en-US" sz="1200" b="1" dirty="0"/>
              <a:t>    {</a:t>
            </a:r>
          </a:p>
          <a:p>
            <a:pPr marL="0" indent="0">
              <a:buNone/>
            </a:pPr>
            <a:r>
              <a:rPr lang="en-US" sz="1200" b="1" dirty="0"/>
              <a:t>        static void Main(string[] </a:t>
            </a:r>
            <a:r>
              <a:rPr lang="en-US" sz="1200" b="1" dirty="0" err="1"/>
              <a:t>args</a:t>
            </a:r>
            <a:r>
              <a:rPr lang="en-US" sz="1200" b="1" dirty="0"/>
              <a:t>)</a:t>
            </a:r>
          </a:p>
          <a:p>
            <a:pPr marL="0" indent="0">
              <a:buNone/>
            </a:pPr>
            <a:r>
              <a:rPr lang="en-US" sz="1200" b="1" dirty="0"/>
              <a:t>        {</a:t>
            </a:r>
          </a:p>
          <a:p>
            <a:pPr marL="0" indent="0">
              <a:buNone/>
            </a:pPr>
            <a:r>
              <a:rPr lang="en-US" sz="1200" b="1" dirty="0"/>
              <a:t>            </a:t>
            </a:r>
            <a:r>
              <a:rPr lang="en-US" sz="1200" b="1" dirty="0" err="1"/>
              <a:t>Console.WriteLine</a:t>
            </a:r>
            <a:r>
              <a:rPr lang="en-US" sz="1200" b="1" dirty="0"/>
              <a:t>("\n*******************************************************");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            </a:t>
            </a:r>
            <a:r>
              <a:rPr lang="en-US" sz="1200" b="1" dirty="0" err="1"/>
              <a:t>Bienvenida</a:t>
            </a:r>
            <a:r>
              <a:rPr lang="en-US" sz="1200" b="1" dirty="0"/>
              <a:t>("Edgar", "Blue", "Red");</a:t>
            </a:r>
          </a:p>
          <a:p>
            <a:pPr marL="0" indent="0">
              <a:buNone/>
            </a:pPr>
            <a:r>
              <a:rPr lang="en-US" sz="1200" b="1" dirty="0"/>
              <a:t>            </a:t>
            </a:r>
            <a:r>
              <a:rPr lang="en-US" sz="1200" b="1" dirty="0" err="1"/>
              <a:t>Bienvenida</a:t>
            </a:r>
            <a:r>
              <a:rPr lang="en-US" sz="1200" b="1" dirty="0"/>
              <a:t>("Carolina", "Magenta", "Cyan");</a:t>
            </a:r>
          </a:p>
          <a:p>
            <a:pPr marL="0" indent="0">
              <a:buNone/>
            </a:pPr>
            <a:r>
              <a:rPr lang="en-US" sz="1200" b="1" dirty="0"/>
              <a:t>            </a:t>
            </a:r>
            <a:r>
              <a:rPr lang="en-US" sz="1200" b="1" dirty="0" err="1"/>
              <a:t>Bienvenida</a:t>
            </a:r>
            <a:r>
              <a:rPr lang="en-US" sz="1200" b="1" dirty="0"/>
              <a:t>("Max", "Green", "Yellow");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            </a:t>
            </a:r>
            <a:r>
              <a:rPr lang="en-US" sz="1200" b="1" dirty="0" err="1"/>
              <a:t>Console.WriteLine</a:t>
            </a:r>
            <a:r>
              <a:rPr lang="en-US" sz="1200" b="1" dirty="0"/>
              <a:t>("\n*******************************************************");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        }</a:t>
            </a:r>
          </a:p>
          <a:p>
            <a:pPr marL="0" indent="0">
              <a:buNone/>
            </a:pPr>
            <a:r>
              <a:rPr lang="en-US" sz="1200" b="1" dirty="0"/>
              <a:t>    }</a:t>
            </a:r>
            <a:endParaRPr lang="es-MX" sz="1200" b="1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E82FAA4-5FD6-45A0-8DDB-671FCB4F00E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9460" y="2822715"/>
            <a:ext cx="4837559" cy="2879063"/>
          </a:xfrm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CAEADBD-2EB9-40AD-B29F-36AEB076CDB6}"/>
              </a:ext>
            </a:extLst>
          </p:cNvPr>
          <p:cNvCxnSpPr>
            <a:cxnSpLocks/>
          </p:cNvCxnSpPr>
          <p:nvPr/>
        </p:nvCxnSpPr>
        <p:spPr>
          <a:xfrm flipV="1">
            <a:off x="3806800" y="4010140"/>
            <a:ext cx="2660261" cy="414093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42BDCF3-1775-4BAB-948B-6CD5FBCF1276}"/>
              </a:ext>
            </a:extLst>
          </p:cNvPr>
          <p:cNvCxnSpPr>
            <a:cxnSpLocks/>
          </p:cNvCxnSpPr>
          <p:nvPr/>
        </p:nvCxnSpPr>
        <p:spPr>
          <a:xfrm flipV="1">
            <a:off x="3200514" y="3776870"/>
            <a:ext cx="3266547" cy="233270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0EBABA7-7E48-45B0-A427-FE8C0F1325CE}"/>
              </a:ext>
            </a:extLst>
          </p:cNvPr>
          <p:cNvSpPr txBox="1"/>
          <p:nvPr/>
        </p:nvSpPr>
        <p:spPr>
          <a:xfrm>
            <a:off x="3260034" y="-4033"/>
            <a:ext cx="89319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El siguiente código muestra el uso de 1 función personalizada. La función es de tipo vacía. Recibe 3 parámetros, donde recibe un </a:t>
            </a:r>
            <a:r>
              <a:rPr lang="es-MX" sz="2400" dirty="0" err="1"/>
              <a:t>string</a:t>
            </a:r>
            <a:r>
              <a:rPr lang="es-MX" sz="2400" dirty="0"/>
              <a:t> que formará parte del mensaje, y 2 colores que modificaran el fondo y el color de la letra.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FC91A03-33F7-460D-B2CC-82B4C75361A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405809" y="4262247"/>
            <a:ext cx="3213651" cy="382640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47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597C553A-7D9B-4ED3-B734-500FEB8E61EA}"/>
              </a:ext>
            </a:extLst>
          </p:cNvPr>
          <p:cNvSpPr txBox="1">
            <a:spLocks/>
          </p:cNvSpPr>
          <p:nvPr/>
        </p:nvSpPr>
        <p:spPr>
          <a:xfrm>
            <a:off x="913774" y="828563"/>
            <a:ext cx="10351753" cy="2736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/>
              <a:t>Contador de cifras e Invertir un número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Actividad</a:t>
            </a:r>
          </a:p>
        </p:txBody>
      </p:sp>
    </p:spTree>
    <p:extLst>
      <p:ext uri="{BB962C8B-B14F-4D97-AF65-F5344CB8AC3E}">
        <p14:creationId xmlns:p14="http://schemas.microsoft.com/office/powerpoint/2010/main" val="1987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s-MX" sz="4400"/>
              <a:t>Actividad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58942705"/>
              </p:ext>
            </p:extLst>
          </p:nvPr>
        </p:nvGraphicFramePr>
        <p:xfrm>
          <a:off x="4964770" y="1343991"/>
          <a:ext cx="6305371" cy="415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5671650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191</Words>
  <Application>Microsoft Office PowerPoint</Application>
  <PresentationFormat>Panorámica</PresentationFormat>
  <Paragraphs>27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Tw Cen MT</vt:lpstr>
      <vt:lpstr>Gota</vt:lpstr>
      <vt:lpstr>Mensaje que cambia de color</vt:lpstr>
      <vt:lpstr>Ejemplo</vt:lpstr>
      <vt:lpstr>Presentación de PowerPoint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de Strings</dc:title>
  <dc:creator>carolina hernandez</dc:creator>
  <cp:lastModifiedBy>carolina hernandez</cp:lastModifiedBy>
  <cp:revision>7</cp:revision>
  <dcterms:created xsi:type="dcterms:W3CDTF">2020-03-18T22:38:50Z</dcterms:created>
  <dcterms:modified xsi:type="dcterms:W3CDTF">2020-03-18T23:13:30Z</dcterms:modified>
</cp:coreProperties>
</file>