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45286-E2B8-45C4-9CCA-32B0D3559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4DBA9E-F797-40EA-BF37-19ADBE94F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400FC7-E39D-4535-923B-A5C98DE6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2E40E5-CAEF-45BF-8B80-0A24797F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654831-9C09-4651-BF6A-A1C1A708C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876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7473F-FC73-48E7-BE33-DC9CE135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542C85-395E-4574-BD3C-F5CFF48B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7B445A-F597-4D17-9F8F-C7E4C894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4C1B3-A4C9-491D-B82A-7FE05525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FD4B83-8933-4600-9ADF-58D28651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69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C61F6-A941-4720-A11B-629B1527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800796-F9D5-4E9E-BB0B-99BB15601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3C5513-69CE-45A7-B86F-6598F021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68EB80-75BA-4489-A19B-6A19985B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412FDA-53F2-4FCA-977C-1B5A12C0A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25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69C33-43D4-45B6-87B4-34AAE0D4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E394F6-9D50-4EFA-BCF8-8DA6FCA13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20EF63-8250-4C99-A301-F332F8B88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A75D79-55D4-43EE-9448-E7B0D54C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034061-6534-43AC-8698-99B4A42F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C43D82-98DC-44E8-BB5C-3AC34331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1404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B855E-BDEB-4A0B-8629-1D2AA763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2A43CD-5D6A-4C21-B34F-8D963D7A1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12B416-E45E-4A60-8D32-8CFE4001F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0C2ED46-7125-43EF-ADD4-634078F68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C9D0BC-83A5-4D12-BAFA-EEF001C97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80E2F25-0DA9-472A-BF0C-9AFCB80F2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8FF323F-16D6-4492-82D9-600792FD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21009CA-E36F-41AA-BF7D-DC511C1D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006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A0B5F-602F-42A4-96AA-8E73916D4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4ED7C1-C482-4538-A90C-1A66E49C8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F6800B4-D65F-4B16-BE19-7CF7F70D0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A2C7AA-F997-4078-A402-CA370850D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208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CD6BA15-A835-4117-894F-44921D59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3E996F-C9EA-4947-AE0C-2C9B982C9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D2C6A7-69CB-430F-AE02-E098A38D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3281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896D2-E0F1-44DA-8B08-9553D606B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ADEA46-17CC-42FA-964F-60470F1F1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B6B775-EF7B-4984-9B9D-55C2ECE65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2852C6-6383-4264-AF98-17680B008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D11A40-AC5B-4C55-A885-7ADA7C96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E94BAE-3F83-40AD-B729-9838AF7D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059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34EB0-4987-4E78-8040-19109F2C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D099D6-DFF0-4FEF-8162-636398463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AFF3FD-8940-4989-A913-D70D635CC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10F5B9-DA10-4342-AA86-7B37407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48E77D-48FB-48BA-8073-FDEEF17A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72130E-1A57-4939-9ECC-8EEA9237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156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80C6E-3A04-4A69-9FAC-CAEA0D7B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3684B4-FD3B-4075-A0F2-B2D839AE4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8BB73B-A710-40EB-A74E-755A69F7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8BEA62-BD64-476E-B81C-447E24DA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30A0F8-DBFD-4863-9FCF-9BFA5BD9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793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BC2F96-7395-4AAB-9D73-48C2B79F8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23FA2E-3B63-42CF-AFB4-65A47BC4B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EE2AC3-A896-40F6-BA7E-5196F74D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EE054F-F3A3-4558-8280-4324A860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3751C7-9263-4B91-9A2C-711FDC21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526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BEA50F-6EC8-47CF-9624-C98DDD7F1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1DA7B9-BBE9-4265-B2F2-5CAC2934F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EB4278-728C-4203-AFE8-C48A442F4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3B33B-73BD-43E4-8E4C-D7853EFEDE4E}" type="datetimeFigureOut">
              <a:rPr lang="es-MX" smtClean="0"/>
              <a:t>05/05/2020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FC71C-C0E5-4FBA-83B8-8BC399C41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FEE851-EBE2-423C-B58A-4C49A92EF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05A93-2C50-43E8-A4B0-5597F630581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74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.wikipedia.org/wiki/Rubik%27s_Cub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imple.wikipedia.org/wiki/Rubik%27s_Cub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2772F7B-74FA-4DF7-95E9-2DEC1EA931F5}"/>
              </a:ext>
            </a:extLst>
          </p:cNvPr>
          <p:cNvSpPr txBox="1"/>
          <p:nvPr/>
        </p:nvSpPr>
        <p:spPr>
          <a:xfrm>
            <a:off x="1477452" y="755374"/>
            <a:ext cx="947696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MX" dirty="0"/>
          </a:p>
          <a:p>
            <a:r>
              <a:rPr lang="es-MX" dirty="0" err="1"/>
              <a:t>int</a:t>
            </a:r>
            <a:r>
              <a:rPr lang="es-MX" dirty="0"/>
              <a:t> x=0;</a:t>
            </a:r>
          </a:p>
          <a:p>
            <a:endParaRPr lang="es-MX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BD1651B-97E6-413C-BF78-86DEC1FDE3EF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5148" y="1217039"/>
            <a:ext cx="41214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080485D5-80BD-40D3-B649-2F86314F22E6}"/>
              </a:ext>
            </a:extLst>
          </p:cNvPr>
          <p:cNvSpPr txBox="1"/>
          <p:nvPr/>
        </p:nvSpPr>
        <p:spPr>
          <a:xfrm>
            <a:off x="6546574" y="755374"/>
            <a:ext cx="5075583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Espacio de memoria asignado para almacenar un solo valor</a:t>
            </a:r>
          </a:p>
          <a:p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1646A5-22C6-4BC0-B742-EF5FEC816175}"/>
              </a:ext>
            </a:extLst>
          </p:cNvPr>
          <p:cNvSpPr txBox="1"/>
          <p:nvPr/>
        </p:nvSpPr>
        <p:spPr>
          <a:xfrm>
            <a:off x="404027" y="2805752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Var[0]</a:t>
            </a:r>
          </a:p>
          <a:p>
            <a:pPr algn="ctr"/>
            <a:endParaRPr lang="es-MX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131CC03-ECDE-476A-995A-D170CAC64083}"/>
              </a:ext>
            </a:extLst>
          </p:cNvPr>
          <p:cNvSpPr txBox="1"/>
          <p:nvPr/>
        </p:nvSpPr>
        <p:spPr>
          <a:xfrm>
            <a:off x="6546573" y="2667252"/>
            <a:ext cx="5075583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Espacio de memoria asignado para almacenar un grupo de variables. Todas las variables son del mismo tipo. Esta representación se conoce como arreglo unidimensional.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442DFA7-CB8A-4DA5-B470-30B48C59F3C6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142502" y="3267417"/>
            <a:ext cx="1404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CBBF5B1-DB46-431B-B391-8F23E12F1007}"/>
              </a:ext>
            </a:extLst>
          </p:cNvPr>
          <p:cNvSpPr txBox="1"/>
          <p:nvPr/>
        </p:nvSpPr>
        <p:spPr>
          <a:xfrm>
            <a:off x="6546573" y="4902294"/>
            <a:ext cx="5075583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Espacio de memoria asignado para almacenar un grupo de variables o arreglos. Todas las variables son del mismo tipo. Esta representación se conoce como arreglo multidimensional. La forma más básica de los arreglos multidimensionales es el </a:t>
            </a:r>
            <a:r>
              <a:rPr lang="es-MX" dirty="0" err="1"/>
              <a:t>arrego</a:t>
            </a:r>
            <a:r>
              <a:rPr lang="es-MX" dirty="0"/>
              <a:t> bidimensional.</a:t>
            </a: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C9DEFE01-71FD-4C52-A275-2118C88DEA8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142502" y="5779457"/>
            <a:ext cx="1404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BCD7D66-CEE3-4D17-96D1-9B34380E3291}"/>
              </a:ext>
            </a:extLst>
          </p:cNvPr>
          <p:cNvSpPr txBox="1"/>
          <p:nvPr/>
        </p:nvSpPr>
        <p:spPr>
          <a:xfrm>
            <a:off x="0" y="155212"/>
            <a:ext cx="1366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u="sng" dirty="0">
                <a:solidFill>
                  <a:srgbClr val="FF0000"/>
                </a:solidFill>
              </a:rPr>
              <a:t>Variable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75CA24A-65CF-4DC7-847F-97285BA71314}"/>
              </a:ext>
            </a:extLst>
          </p:cNvPr>
          <p:cNvSpPr txBox="1"/>
          <p:nvPr/>
        </p:nvSpPr>
        <p:spPr>
          <a:xfrm>
            <a:off x="0" y="1762093"/>
            <a:ext cx="52379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u="sng" dirty="0">
                <a:solidFill>
                  <a:srgbClr val="FF0000"/>
                </a:solidFill>
              </a:rPr>
              <a:t>Arreglo: </a:t>
            </a:r>
          </a:p>
          <a:p>
            <a:r>
              <a:rPr lang="es-MX" sz="2800" dirty="0">
                <a:solidFill>
                  <a:srgbClr val="FF0000"/>
                </a:solidFill>
              </a:rPr>
              <a:t>	    </a:t>
            </a:r>
            <a:r>
              <a:rPr lang="es-MX" sz="2800" dirty="0" err="1">
                <a:solidFill>
                  <a:srgbClr val="FF0000"/>
                </a:solidFill>
              </a:rPr>
              <a:t>string</a:t>
            </a:r>
            <a:r>
              <a:rPr lang="es-MX" sz="2800" dirty="0">
                <a:solidFill>
                  <a:srgbClr val="FF0000"/>
                </a:solidFill>
              </a:rPr>
              <a:t>[] Var=new </a:t>
            </a:r>
            <a:r>
              <a:rPr lang="es-MX" sz="2800" dirty="0" err="1">
                <a:solidFill>
                  <a:srgbClr val="FF0000"/>
                </a:solidFill>
              </a:rPr>
              <a:t>string</a:t>
            </a:r>
            <a:r>
              <a:rPr lang="es-MX" sz="2800" dirty="0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0057D73-EF87-46AA-9B1D-8A458C900A23}"/>
              </a:ext>
            </a:extLst>
          </p:cNvPr>
          <p:cNvSpPr txBox="1"/>
          <p:nvPr/>
        </p:nvSpPr>
        <p:spPr>
          <a:xfrm>
            <a:off x="1351721" y="2803697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Var[1]</a:t>
            </a:r>
          </a:p>
          <a:p>
            <a:pPr algn="ctr"/>
            <a:endParaRPr lang="es-MX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82A88C3D-0665-4FBE-9560-23B704C75FE3}"/>
              </a:ext>
            </a:extLst>
          </p:cNvPr>
          <p:cNvSpPr txBox="1"/>
          <p:nvPr/>
        </p:nvSpPr>
        <p:spPr>
          <a:xfrm>
            <a:off x="2299416" y="2803697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Var[2]</a:t>
            </a:r>
          </a:p>
          <a:p>
            <a:pPr algn="ctr"/>
            <a:endParaRPr lang="es-MX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A0EFD239-B220-4566-B0C0-033EE40FE9A2}"/>
              </a:ext>
            </a:extLst>
          </p:cNvPr>
          <p:cNvSpPr txBox="1"/>
          <p:nvPr/>
        </p:nvSpPr>
        <p:spPr>
          <a:xfrm>
            <a:off x="3229639" y="2803696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Var[3]</a:t>
            </a:r>
          </a:p>
          <a:p>
            <a:pPr algn="ctr"/>
            <a:endParaRPr lang="es-MX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2B8D4B5-F24E-4CD1-80EE-12BE6E3D258D}"/>
              </a:ext>
            </a:extLst>
          </p:cNvPr>
          <p:cNvSpPr txBox="1"/>
          <p:nvPr/>
        </p:nvSpPr>
        <p:spPr>
          <a:xfrm>
            <a:off x="4139984" y="2803696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Var[4]</a:t>
            </a:r>
          </a:p>
          <a:p>
            <a:pPr algn="ctr"/>
            <a:endParaRPr lang="es-MX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8A987AA-3C6B-4F8B-BA83-8809B55E37C9}"/>
              </a:ext>
            </a:extLst>
          </p:cNvPr>
          <p:cNvSpPr txBox="1"/>
          <p:nvPr/>
        </p:nvSpPr>
        <p:spPr>
          <a:xfrm>
            <a:off x="66261" y="3810220"/>
            <a:ext cx="50767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u="sng" dirty="0">
                <a:solidFill>
                  <a:srgbClr val="FF0000"/>
                </a:solidFill>
              </a:rPr>
              <a:t>Arreglo: </a:t>
            </a:r>
          </a:p>
          <a:p>
            <a:r>
              <a:rPr lang="es-MX" sz="2800" dirty="0">
                <a:solidFill>
                  <a:srgbClr val="FF0000"/>
                </a:solidFill>
              </a:rPr>
              <a:t>	    </a:t>
            </a:r>
            <a:r>
              <a:rPr lang="es-MX" sz="2800" dirty="0" err="1">
                <a:solidFill>
                  <a:srgbClr val="FF0000"/>
                </a:solidFill>
              </a:rPr>
              <a:t>int</a:t>
            </a:r>
            <a:r>
              <a:rPr lang="es-MX" sz="2800" dirty="0">
                <a:solidFill>
                  <a:srgbClr val="FF0000"/>
                </a:solidFill>
              </a:rPr>
              <a:t>[,] Var=new </a:t>
            </a:r>
            <a:r>
              <a:rPr lang="es-MX" sz="2800" dirty="0" err="1">
                <a:solidFill>
                  <a:srgbClr val="FF0000"/>
                </a:solidFill>
              </a:rPr>
              <a:t>string</a:t>
            </a:r>
            <a:r>
              <a:rPr lang="es-MX" sz="2800" dirty="0">
                <a:solidFill>
                  <a:srgbClr val="FF0000"/>
                </a:solidFill>
              </a:rPr>
              <a:t>[2,5]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2FDA462-F494-48C7-807F-AF8A6D6C9086}"/>
              </a:ext>
            </a:extLst>
          </p:cNvPr>
          <p:cNvSpPr txBox="1"/>
          <p:nvPr/>
        </p:nvSpPr>
        <p:spPr>
          <a:xfrm>
            <a:off x="404027" y="4858183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Var[0,0]</a:t>
            </a:r>
          </a:p>
          <a:p>
            <a:pPr algn="ctr"/>
            <a:endParaRPr lang="es-MX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DC73E98C-AFBB-43CD-BF1F-F805BA78341A}"/>
              </a:ext>
            </a:extLst>
          </p:cNvPr>
          <p:cNvSpPr txBox="1"/>
          <p:nvPr/>
        </p:nvSpPr>
        <p:spPr>
          <a:xfrm>
            <a:off x="1351721" y="4856128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Var[0,1]</a:t>
            </a:r>
          </a:p>
          <a:p>
            <a:pPr algn="ctr"/>
            <a:endParaRPr lang="es-MX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48C81CEB-3EF1-4592-839A-DD0CF6C2BD90}"/>
              </a:ext>
            </a:extLst>
          </p:cNvPr>
          <p:cNvSpPr txBox="1"/>
          <p:nvPr/>
        </p:nvSpPr>
        <p:spPr>
          <a:xfrm>
            <a:off x="2299416" y="4856128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Var[0,2]</a:t>
            </a:r>
          </a:p>
          <a:p>
            <a:pPr algn="ctr"/>
            <a:endParaRPr lang="es-MX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D51DC64-ED3B-411C-B5DE-A88ACABFE83F}"/>
              </a:ext>
            </a:extLst>
          </p:cNvPr>
          <p:cNvSpPr txBox="1"/>
          <p:nvPr/>
        </p:nvSpPr>
        <p:spPr>
          <a:xfrm>
            <a:off x="3229639" y="4856127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Var[0,3]</a:t>
            </a:r>
          </a:p>
          <a:p>
            <a:pPr algn="ctr"/>
            <a:endParaRPr lang="es-MX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2610419-2AA7-484D-BD39-A20D8E5F5E41}"/>
              </a:ext>
            </a:extLst>
          </p:cNvPr>
          <p:cNvSpPr txBox="1"/>
          <p:nvPr/>
        </p:nvSpPr>
        <p:spPr>
          <a:xfrm>
            <a:off x="4139984" y="4856127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Var[0,4]</a:t>
            </a:r>
          </a:p>
          <a:p>
            <a:pPr algn="ctr"/>
            <a:endParaRPr lang="es-MX" dirty="0"/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D372856-A6BB-4BE0-9867-A3839AC117B8}"/>
              </a:ext>
            </a:extLst>
          </p:cNvPr>
          <p:cNvSpPr txBox="1"/>
          <p:nvPr/>
        </p:nvSpPr>
        <p:spPr>
          <a:xfrm>
            <a:off x="404027" y="5782141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Var[1,0]</a:t>
            </a:r>
          </a:p>
          <a:p>
            <a:pPr algn="ctr"/>
            <a:endParaRPr lang="es-MX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E0F5009-2868-4F1A-B7D3-DDDA5C367B02}"/>
              </a:ext>
            </a:extLst>
          </p:cNvPr>
          <p:cNvSpPr txBox="1"/>
          <p:nvPr/>
        </p:nvSpPr>
        <p:spPr>
          <a:xfrm>
            <a:off x="1351721" y="5780086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Var[1,1]</a:t>
            </a:r>
          </a:p>
          <a:p>
            <a:pPr algn="ctr"/>
            <a:endParaRPr lang="es-MX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5118A97-ECE3-407B-A022-F365E16521EA}"/>
              </a:ext>
            </a:extLst>
          </p:cNvPr>
          <p:cNvSpPr txBox="1"/>
          <p:nvPr/>
        </p:nvSpPr>
        <p:spPr>
          <a:xfrm>
            <a:off x="2299416" y="5780086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Var[1,2]</a:t>
            </a:r>
          </a:p>
          <a:p>
            <a:pPr algn="ctr"/>
            <a:endParaRPr lang="es-MX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93D4ABE-C052-4B2E-9DA0-CC57FFC15D62}"/>
              </a:ext>
            </a:extLst>
          </p:cNvPr>
          <p:cNvSpPr txBox="1"/>
          <p:nvPr/>
        </p:nvSpPr>
        <p:spPr>
          <a:xfrm>
            <a:off x="3229639" y="5780085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Var[1,3]</a:t>
            </a:r>
          </a:p>
          <a:p>
            <a:pPr algn="ctr"/>
            <a:endParaRPr lang="es-MX" dirty="0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F658AFD-677E-4B07-B437-D838385257AF}"/>
              </a:ext>
            </a:extLst>
          </p:cNvPr>
          <p:cNvSpPr txBox="1"/>
          <p:nvPr/>
        </p:nvSpPr>
        <p:spPr>
          <a:xfrm>
            <a:off x="4139984" y="5780085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Var[1,4]</a:t>
            </a:r>
          </a:p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937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773D17A-3F10-41D5-8A45-03045846CFA4}"/>
              </a:ext>
            </a:extLst>
          </p:cNvPr>
          <p:cNvSpPr txBox="1"/>
          <p:nvPr/>
        </p:nvSpPr>
        <p:spPr>
          <a:xfrm>
            <a:off x="1174044" y="1411344"/>
            <a:ext cx="50767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u="sng" dirty="0">
                <a:solidFill>
                  <a:srgbClr val="FF0000"/>
                </a:solidFill>
              </a:rPr>
              <a:t>Arreglo: </a:t>
            </a:r>
          </a:p>
          <a:p>
            <a:r>
              <a:rPr lang="es-MX" sz="2800" dirty="0">
                <a:solidFill>
                  <a:srgbClr val="FF0000"/>
                </a:solidFill>
              </a:rPr>
              <a:t>	    </a:t>
            </a:r>
            <a:r>
              <a:rPr lang="es-MX" sz="2800" dirty="0" err="1">
                <a:solidFill>
                  <a:srgbClr val="FF0000"/>
                </a:solidFill>
              </a:rPr>
              <a:t>int</a:t>
            </a:r>
            <a:r>
              <a:rPr lang="es-MX" sz="2800" dirty="0">
                <a:solidFill>
                  <a:srgbClr val="FF0000"/>
                </a:solidFill>
              </a:rPr>
              <a:t>[,] Var=new </a:t>
            </a:r>
            <a:r>
              <a:rPr lang="es-MX" sz="2800" dirty="0" err="1">
                <a:solidFill>
                  <a:srgbClr val="FF0000"/>
                </a:solidFill>
              </a:rPr>
              <a:t>string</a:t>
            </a:r>
            <a:r>
              <a:rPr lang="es-MX" sz="2800" dirty="0">
                <a:solidFill>
                  <a:srgbClr val="FF0000"/>
                </a:solidFill>
              </a:rPr>
              <a:t>[2,5]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10EACD-DE7D-428B-A62E-7143B12A296B}"/>
              </a:ext>
            </a:extLst>
          </p:cNvPr>
          <p:cNvSpPr txBox="1"/>
          <p:nvPr/>
        </p:nvSpPr>
        <p:spPr>
          <a:xfrm>
            <a:off x="4681499" y="3031574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Var[0,0]</a:t>
            </a:r>
          </a:p>
          <a:p>
            <a:pPr algn="ctr"/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84CF43A-BD73-4662-8CD7-DDEA27235505}"/>
              </a:ext>
            </a:extLst>
          </p:cNvPr>
          <p:cNvSpPr txBox="1"/>
          <p:nvPr/>
        </p:nvSpPr>
        <p:spPr>
          <a:xfrm>
            <a:off x="5629193" y="3029519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Var[0,1]</a:t>
            </a:r>
          </a:p>
          <a:p>
            <a:pPr algn="ctr"/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BEB43A9-ECDC-40A1-994A-B064540D6F9C}"/>
              </a:ext>
            </a:extLst>
          </p:cNvPr>
          <p:cNvSpPr txBox="1"/>
          <p:nvPr/>
        </p:nvSpPr>
        <p:spPr>
          <a:xfrm>
            <a:off x="6576888" y="3029519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Var[0,2]</a:t>
            </a:r>
          </a:p>
          <a:p>
            <a:pPr algn="ctr"/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C539EF-1D1A-4432-B77D-FEF15B7553FD}"/>
              </a:ext>
            </a:extLst>
          </p:cNvPr>
          <p:cNvSpPr txBox="1"/>
          <p:nvPr/>
        </p:nvSpPr>
        <p:spPr>
          <a:xfrm>
            <a:off x="7507111" y="3029518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Var[0,3]</a:t>
            </a:r>
          </a:p>
          <a:p>
            <a:pPr algn="ctr"/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3EB5E9D-D58B-48AB-97AE-6F7D6A0C2C92}"/>
              </a:ext>
            </a:extLst>
          </p:cNvPr>
          <p:cNvSpPr txBox="1"/>
          <p:nvPr/>
        </p:nvSpPr>
        <p:spPr>
          <a:xfrm>
            <a:off x="8417456" y="3029518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Var[0,4]</a:t>
            </a:r>
          </a:p>
          <a:p>
            <a:pPr algn="ctr"/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C2DADD4-05A5-4E54-8DB4-F6AB854E2DBA}"/>
              </a:ext>
            </a:extLst>
          </p:cNvPr>
          <p:cNvSpPr txBox="1"/>
          <p:nvPr/>
        </p:nvSpPr>
        <p:spPr>
          <a:xfrm>
            <a:off x="4681499" y="3955532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Var[1,0]</a:t>
            </a:r>
          </a:p>
          <a:p>
            <a:pPr algn="ctr"/>
            <a:endParaRPr lang="es-MX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089EE0-883F-4996-83CF-E9D41B3AF05D}"/>
              </a:ext>
            </a:extLst>
          </p:cNvPr>
          <p:cNvSpPr txBox="1"/>
          <p:nvPr/>
        </p:nvSpPr>
        <p:spPr>
          <a:xfrm>
            <a:off x="5629193" y="3953477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Var[1,1]</a:t>
            </a:r>
          </a:p>
          <a:p>
            <a:pPr algn="ctr"/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7254117-1203-4B1B-B95C-6C0FDEC193C3}"/>
              </a:ext>
            </a:extLst>
          </p:cNvPr>
          <p:cNvSpPr txBox="1"/>
          <p:nvPr/>
        </p:nvSpPr>
        <p:spPr>
          <a:xfrm>
            <a:off x="6576888" y="3953477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Var[1,2]</a:t>
            </a:r>
          </a:p>
          <a:p>
            <a:pPr algn="ctr"/>
            <a:endParaRPr lang="es-MX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B84EDA6-A8FB-44CE-A962-F1EC040D4850}"/>
              </a:ext>
            </a:extLst>
          </p:cNvPr>
          <p:cNvSpPr txBox="1"/>
          <p:nvPr/>
        </p:nvSpPr>
        <p:spPr>
          <a:xfrm>
            <a:off x="7507111" y="3953476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Var[1,3]</a:t>
            </a:r>
          </a:p>
          <a:p>
            <a:pPr algn="ctr"/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55A0FB4-0ACA-4901-A099-94D27FE04765}"/>
              </a:ext>
            </a:extLst>
          </p:cNvPr>
          <p:cNvSpPr txBox="1"/>
          <p:nvPr/>
        </p:nvSpPr>
        <p:spPr>
          <a:xfrm>
            <a:off x="8417456" y="3953476"/>
            <a:ext cx="94769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dirty="0"/>
          </a:p>
          <a:p>
            <a:pPr algn="ctr"/>
            <a:r>
              <a:rPr lang="es-MX" dirty="0"/>
              <a:t>Var[1,4]</a:t>
            </a:r>
          </a:p>
          <a:p>
            <a:pPr algn="ctr"/>
            <a:endParaRPr lang="es-MX" dirty="0"/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41F18B2D-A53E-4AE7-A5B6-04E923ACFC74}"/>
              </a:ext>
            </a:extLst>
          </p:cNvPr>
          <p:cNvSpPr/>
          <p:nvPr/>
        </p:nvSpPr>
        <p:spPr>
          <a:xfrm>
            <a:off x="4255911" y="3029518"/>
            <a:ext cx="169333" cy="184728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Abrir llave 20">
            <a:extLst>
              <a:ext uri="{FF2B5EF4-FFF2-40B4-BE49-F238E27FC236}">
                <a16:creationId xmlns:a16="http://schemas.microsoft.com/office/drawing/2014/main" id="{673F6F33-7B1F-43A9-9A98-36A9D9385508}"/>
              </a:ext>
            </a:extLst>
          </p:cNvPr>
          <p:cNvSpPr/>
          <p:nvPr/>
        </p:nvSpPr>
        <p:spPr>
          <a:xfrm rot="5400000">
            <a:off x="6930874" y="481083"/>
            <a:ext cx="184903" cy="468365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B92BEF5-8033-4DB4-BB0C-6C29F12DEF10}"/>
              </a:ext>
            </a:extLst>
          </p:cNvPr>
          <p:cNvSpPr txBox="1"/>
          <p:nvPr/>
        </p:nvSpPr>
        <p:spPr>
          <a:xfrm>
            <a:off x="3524620" y="3768182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 filas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F0DAE0F-8CB2-42EC-BC30-3BCF9E6A6B87}"/>
              </a:ext>
            </a:extLst>
          </p:cNvPr>
          <p:cNvSpPr txBox="1"/>
          <p:nvPr/>
        </p:nvSpPr>
        <p:spPr>
          <a:xfrm>
            <a:off x="6396551" y="2365451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5 columnas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418E8538-3EE2-4FA2-BB69-47D925CE22FD}"/>
              </a:ext>
            </a:extLst>
          </p:cNvPr>
          <p:cNvSpPr txBox="1"/>
          <p:nvPr/>
        </p:nvSpPr>
        <p:spPr>
          <a:xfrm>
            <a:off x="0" y="26349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La dimensión del arreglo se determina por el número de comas dentro de los corchetes. La dimensión es igual a la cantidad de comas mas 1. Es por ello que un arreglo bidimensional solo ocupa 1 coma: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4E908B30-F33B-4D95-9D25-75186F2AA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782" y="5223803"/>
            <a:ext cx="5654436" cy="157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84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adroTexto 23">
            <a:extLst>
              <a:ext uri="{FF2B5EF4-FFF2-40B4-BE49-F238E27FC236}">
                <a16:creationId xmlns:a16="http://schemas.microsoft.com/office/drawing/2014/main" id="{A86E0673-B0B1-4F0D-B81E-2FDB8350CF8F}"/>
              </a:ext>
            </a:extLst>
          </p:cNvPr>
          <p:cNvSpPr txBox="1"/>
          <p:nvPr/>
        </p:nvSpPr>
        <p:spPr>
          <a:xfrm>
            <a:off x="3877904" y="2767097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Var[2,0,2]</a:t>
            </a:r>
          </a:p>
          <a:p>
            <a:pPr algn="ctr"/>
            <a:endParaRPr lang="es-MX" sz="14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26B3E6A-5A9D-4CA6-A996-E66FED10DF5F}"/>
              </a:ext>
            </a:extLst>
          </p:cNvPr>
          <p:cNvSpPr txBox="1"/>
          <p:nvPr/>
        </p:nvSpPr>
        <p:spPr>
          <a:xfrm>
            <a:off x="3212147" y="2373166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Var[2,0,1]</a:t>
            </a:r>
          </a:p>
          <a:p>
            <a:pPr algn="ctr"/>
            <a:endParaRPr lang="es-MX" sz="14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FAF5D7F-7A84-4859-A67C-1E4F0DC02476}"/>
              </a:ext>
            </a:extLst>
          </p:cNvPr>
          <p:cNvSpPr txBox="1"/>
          <p:nvPr/>
        </p:nvSpPr>
        <p:spPr>
          <a:xfrm>
            <a:off x="2545051" y="1991511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Var[2,0,0]</a:t>
            </a:r>
          </a:p>
          <a:p>
            <a:pPr algn="ctr"/>
            <a:endParaRPr lang="es-MX" sz="1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2A0B0C0-202A-4A28-968A-BFA2E316479F}"/>
              </a:ext>
            </a:extLst>
          </p:cNvPr>
          <p:cNvSpPr txBox="1"/>
          <p:nvPr/>
        </p:nvSpPr>
        <p:spPr>
          <a:xfrm>
            <a:off x="4558568" y="3157000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Var[2,0,3]</a:t>
            </a:r>
          </a:p>
          <a:p>
            <a:pPr algn="ctr"/>
            <a:endParaRPr lang="es-MX" sz="14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F5844C8-913F-46D5-A307-D6FC426CF0EC}"/>
              </a:ext>
            </a:extLst>
          </p:cNvPr>
          <p:cNvSpPr txBox="1"/>
          <p:nvPr/>
        </p:nvSpPr>
        <p:spPr>
          <a:xfrm>
            <a:off x="5232788" y="3546903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Var[2,0,4]</a:t>
            </a:r>
          </a:p>
          <a:p>
            <a:pPr algn="ctr"/>
            <a:endParaRPr lang="es-MX" sz="1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03EC934-CDFC-4015-9D9F-FD85F68160F8}"/>
              </a:ext>
            </a:extLst>
          </p:cNvPr>
          <p:cNvSpPr txBox="1"/>
          <p:nvPr/>
        </p:nvSpPr>
        <p:spPr>
          <a:xfrm>
            <a:off x="2528917" y="2560854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Var[2,1,0]</a:t>
            </a:r>
          </a:p>
          <a:p>
            <a:pPr algn="ctr"/>
            <a:endParaRPr lang="es-MX" sz="14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780E321-155A-455E-A4D7-CA5800D5C584}"/>
              </a:ext>
            </a:extLst>
          </p:cNvPr>
          <p:cNvSpPr txBox="1"/>
          <p:nvPr/>
        </p:nvSpPr>
        <p:spPr>
          <a:xfrm>
            <a:off x="3208243" y="2965087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Var[2,1,1]</a:t>
            </a:r>
          </a:p>
          <a:p>
            <a:pPr algn="ctr"/>
            <a:endParaRPr lang="es-MX" sz="1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C162191-27DB-4983-9BB0-5D3AB1DA6A04}"/>
              </a:ext>
            </a:extLst>
          </p:cNvPr>
          <p:cNvSpPr txBox="1"/>
          <p:nvPr/>
        </p:nvSpPr>
        <p:spPr>
          <a:xfrm>
            <a:off x="3884348" y="3346742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Var[2,1,2]</a:t>
            </a:r>
          </a:p>
          <a:p>
            <a:pPr algn="ctr"/>
            <a:endParaRPr lang="es-MX" sz="14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C06F944-2AF1-48C8-90AD-A2B1A590A4DB}"/>
              </a:ext>
            </a:extLst>
          </p:cNvPr>
          <p:cNvSpPr txBox="1"/>
          <p:nvPr/>
        </p:nvSpPr>
        <p:spPr>
          <a:xfrm>
            <a:off x="4560453" y="3728397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Var[2,1,3]</a:t>
            </a:r>
          </a:p>
          <a:p>
            <a:pPr algn="ctr"/>
            <a:endParaRPr lang="es-MX" sz="14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ED16D6F-7090-450D-8149-0E4E7606FA84}"/>
              </a:ext>
            </a:extLst>
          </p:cNvPr>
          <p:cNvSpPr txBox="1"/>
          <p:nvPr/>
        </p:nvSpPr>
        <p:spPr>
          <a:xfrm>
            <a:off x="5232788" y="4118300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Var[2,1,4]</a:t>
            </a:r>
          </a:p>
          <a:p>
            <a:pPr algn="ctr"/>
            <a:endParaRPr lang="es-MX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F607A6A-0C5B-4A90-8B4D-135AA437C88B}"/>
              </a:ext>
            </a:extLst>
          </p:cNvPr>
          <p:cNvSpPr txBox="1"/>
          <p:nvPr/>
        </p:nvSpPr>
        <p:spPr>
          <a:xfrm>
            <a:off x="3321213" y="2799991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Var[1,0,2]</a:t>
            </a:r>
          </a:p>
          <a:p>
            <a:pPr algn="ctr"/>
            <a:endParaRPr lang="es-MX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47C8F28-920C-4079-94E1-24513C239C35}"/>
              </a:ext>
            </a:extLst>
          </p:cNvPr>
          <p:cNvSpPr txBox="1"/>
          <p:nvPr/>
        </p:nvSpPr>
        <p:spPr>
          <a:xfrm>
            <a:off x="2655456" y="2406060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Var[1,0,1]</a:t>
            </a:r>
          </a:p>
          <a:p>
            <a:pPr algn="ctr"/>
            <a:endParaRPr lang="es-MX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AA622BF-4F06-4495-93AD-816F599B814F}"/>
              </a:ext>
            </a:extLst>
          </p:cNvPr>
          <p:cNvSpPr txBox="1"/>
          <p:nvPr/>
        </p:nvSpPr>
        <p:spPr>
          <a:xfrm>
            <a:off x="1988360" y="2024405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Var[1,0,0]</a:t>
            </a:r>
          </a:p>
          <a:p>
            <a:pPr algn="ctr"/>
            <a:endParaRPr lang="es-MX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877C191-BC85-4F58-9785-F26D804971F6}"/>
              </a:ext>
            </a:extLst>
          </p:cNvPr>
          <p:cNvSpPr txBox="1"/>
          <p:nvPr/>
        </p:nvSpPr>
        <p:spPr>
          <a:xfrm>
            <a:off x="4001877" y="3189894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Var[1,0,3]</a:t>
            </a:r>
          </a:p>
          <a:p>
            <a:pPr algn="ctr"/>
            <a:endParaRPr lang="es-MX" sz="14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2C156DC-A059-4471-A36B-8C525508C957}"/>
              </a:ext>
            </a:extLst>
          </p:cNvPr>
          <p:cNvSpPr txBox="1"/>
          <p:nvPr/>
        </p:nvSpPr>
        <p:spPr>
          <a:xfrm>
            <a:off x="4676097" y="3579797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Var[1,0,4]</a:t>
            </a:r>
          </a:p>
          <a:p>
            <a:pPr algn="ctr"/>
            <a:endParaRPr lang="es-MX" sz="1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59517D2-4491-4955-9333-C5223A2E8FD5}"/>
              </a:ext>
            </a:extLst>
          </p:cNvPr>
          <p:cNvSpPr txBox="1"/>
          <p:nvPr/>
        </p:nvSpPr>
        <p:spPr>
          <a:xfrm>
            <a:off x="1972226" y="2593748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Var[1,1,0]</a:t>
            </a:r>
          </a:p>
          <a:p>
            <a:pPr algn="ctr"/>
            <a:endParaRPr lang="es-MX" sz="1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D3D039A-9D26-495B-802C-846F99777E93}"/>
              </a:ext>
            </a:extLst>
          </p:cNvPr>
          <p:cNvSpPr txBox="1"/>
          <p:nvPr/>
        </p:nvSpPr>
        <p:spPr>
          <a:xfrm>
            <a:off x="2651552" y="2997981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Var[1,1,1]</a:t>
            </a:r>
          </a:p>
          <a:p>
            <a:pPr algn="ctr"/>
            <a:endParaRPr lang="es-MX" sz="14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5B2B5C1-BE55-49DE-9F26-2FC34974A425}"/>
              </a:ext>
            </a:extLst>
          </p:cNvPr>
          <p:cNvSpPr txBox="1"/>
          <p:nvPr/>
        </p:nvSpPr>
        <p:spPr>
          <a:xfrm>
            <a:off x="3327657" y="3379636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Var[1,1,2]</a:t>
            </a:r>
          </a:p>
          <a:p>
            <a:pPr algn="ctr"/>
            <a:endParaRPr lang="es-MX" sz="140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534D77B-75CB-4150-8A85-4855A9DCA802}"/>
              </a:ext>
            </a:extLst>
          </p:cNvPr>
          <p:cNvSpPr txBox="1"/>
          <p:nvPr/>
        </p:nvSpPr>
        <p:spPr>
          <a:xfrm>
            <a:off x="4003762" y="3761291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Var[1,1,3]</a:t>
            </a:r>
          </a:p>
          <a:p>
            <a:pPr algn="ctr"/>
            <a:endParaRPr lang="es-MX" sz="14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F498BA4-C9BE-4D91-898A-9C77E80802EF}"/>
              </a:ext>
            </a:extLst>
          </p:cNvPr>
          <p:cNvSpPr txBox="1"/>
          <p:nvPr/>
        </p:nvSpPr>
        <p:spPr>
          <a:xfrm>
            <a:off x="4676097" y="4151194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Var[1,1,4]</a:t>
            </a:r>
          </a:p>
          <a:p>
            <a:pPr algn="ctr"/>
            <a:endParaRPr lang="es-MX" sz="1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F1A1BD4-B617-438A-A3E0-485786A098B5}"/>
              </a:ext>
            </a:extLst>
          </p:cNvPr>
          <p:cNvSpPr txBox="1"/>
          <p:nvPr/>
        </p:nvSpPr>
        <p:spPr>
          <a:xfrm>
            <a:off x="2716054" y="2832885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Var[0,0,2]</a:t>
            </a:r>
          </a:p>
          <a:p>
            <a:pPr algn="ctr"/>
            <a:endParaRPr lang="es-MX" sz="1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F94097-F2A1-4203-B52D-75EE18AED0F9}"/>
              </a:ext>
            </a:extLst>
          </p:cNvPr>
          <p:cNvSpPr txBox="1"/>
          <p:nvPr/>
        </p:nvSpPr>
        <p:spPr>
          <a:xfrm>
            <a:off x="2050297" y="2438954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Var[0,0,1]</a:t>
            </a:r>
          </a:p>
          <a:p>
            <a:pPr algn="ctr"/>
            <a:endParaRPr lang="es-MX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A0C1471-622C-4C63-A8CA-F2D9E4D528B9}"/>
              </a:ext>
            </a:extLst>
          </p:cNvPr>
          <p:cNvSpPr txBox="1"/>
          <p:nvPr/>
        </p:nvSpPr>
        <p:spPr>
          <a:xfrm>
            <a:off x="1383201" y="2057299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Var[0,0,0]</a:t>
            </a:r>
          </a:p>
          <a:p>
            <a:pPr algn="ctr"/>
            <a:endParaRPr lang="es-MX" sz="1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D095A40-A652-4424-9688-1C5419EADF83}"/>
              </a:ext>
            </a:extLst>
          </p:cNvPr>
          <p:cNvSpPr txBox="1"/>
          <p:nvPr/>
        </p:nvSpPr>
        <p:spPr>
          <a:xfrm>
            <a:off x="3396718" y="3222788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Var[0,0,3]</a:t>
            </a:r>
          </a:p>
          <a:p>
            <a:pPr algn="ctr"/>
            <a:endParaRPr lang="es-MX" sz="1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2B18FD-765B-4B6F-B68F-FDCE0AE155E7}"/>
              </a:ext>
            </a:extLst>
          </p:cNvPr>
          <p:cNvSpPr txBox="1"/>
          <p:nvPr/>
        </p:nvSpPr>
        <p:spPr>
          <a:xfrm>
            <a:off x="4070938" y="3612691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Var[0,0,4]</a:t>
            </a:r>
          </a:p>
          <a:p>
            <a:pPr algn="ctr"/>
            <a:endParaRPr lang="es-MX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65BF6E-983C-480D-849C-FADF8C491CD2}"/>
              </a:ext>
            </a:extLst>
          </p:cNvPr>
          <p:cNvSpPr txBox="1"/>
          <p:nvPr/>
        </p:nvSpPr>
        <p:spPr>
          <a:xfrm>
            <a:off x="1367067" y="2626642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Var[0,1,0]</a:t>
            </a:r>
          </a:p>
          <a:p>
            <a:pPr algn="ctr"/>
            <a:endParaRPr lang="es-MX" sz="1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001F45B-CDCF-417D-ABDC-078D1F3179E4}"/>
              </a:ext>
            </a:extLst>
          </p:cNvPr>
          <p:cNvSpPr txBox="1"/>
          <p:nvPr/>
        </p:nvSpPr>
        <p:spPr>
          <a:xfrm>
            <a:off x="2046393" y="3030875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Var[0,1,1]</a:t>
            </a:r>
          </a:p>
          <a:p>
            <a:pPr algn="ctr"/>
            <a:endParaRPr lang="es-MX"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1137AB9-D10C-4402-A0D1-B3ACEA0DF790}"/>
              </a:ext>
            </a:extLst>
          </p:cNvPr>
          <p:cNvSpPr txBox="1"/>
          <p:nvPr/>
        </p:nvSpPr>
        <p:spPr>
          <a:xfrm>
            <a:off x="2722498" y="3412530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Var[0,1,2]</a:t>
            </a:r>
          </a:p>
          <a:p>
            <a:pPr algn="ctr"/>
            <a:endParaRPr lang="es-MX" sz="1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41CB4B4-7549-4E92-B00A-A8192BFC9029}"/>
              </a:ext>
            </a:extLst>
          </p:cNvPr>
          <p:cNvSpPr txBox="1"/>
          <p:nvPr/>
        </p:nvSpPr>
        <p:spPr>
          <a:xfrm>
            <a:off x="3398603" y="3794185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Var[0,1,3]</a:t>
            </a:r>
          </a:p>
          <a:p>
            <a:pPr algn="ctr"/>
            <a:endParaRPr lang="es-MX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8CCE3B-058F-4056-A944-3A6F33552BB6}"/>
              </a:ext>
            </a:extLst>
          </p:cNvPr>
          <p:cNvSpPr txBox="1"/>
          <p:nvPr/>
        </p:nvSpPr>
        <p:spPr>
          <a:xfrm>
            <a:off x="4070938" y="4184088"/>
            <a:ext cx="947695" cy="738664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endParaRPr lang="es-MX" sz="1400" dirty="0"/>
          </a:p>
          <a:p>
            <a:pPr algn="ctr"/>
            <a:r>
              <a:rPr lang="es-MX" sz="1400" dirty="0"/>
              <a:t>Var[0,1,4]</a:t>
            </a:r>
          </a:p>
          <a:p>
            <a:pPr algn="ctr"/>
            <a:endParaRPr lang="es-MX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56F5466-351A-471A-A5D4-95EDDE57B2DB}"/>
              </a:ext>
            </a:extLst>
          </p:cNvPr>
          <p:cNvSpPr txBox="1"/>
          <p:nvPr/>
        </p:nvSpPr>
        <p:spPr>
          <a:xfrm>
            <a:off x="26204" y="0"/>
            <a:ext cx="54390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u="sng" dirty="0">
                <a:solidFill>
                  <a:srgbClr val="FF0000"/>
                </a:solidFill>
              </a:rPr>
              <a:t>Arreglo: </a:t>
            </a:r>
          </a:p>
          <a:p>
            <a:r>
              <a:rPr lang="es-MX" sz="2800" dirty="0">
                <a:solidFill>
                  <a:srgbClr val="FF0000"/>
                </a:solidFill>
              </a:rPr>
              <a:t>	    </a:t>
            </a:r>
            <a:r>
              <a:rPr lang="es-MX" sz="2800" dirty="0" err="1">
                <a:solidFill>
                  <a:srgbClr val="FF0000"/>
                </a:solidFill>
              </a:rPr>
              <a:t>int</a:t>
            </a:r>
            <a:r>
              <a:rPr lang="es-MX" sz="2800" dirty="0">
                <a:solidFill>
                  <a:srgbClr val="FF0000"/>
                </a:solidFill>
              </a:rPr>
              <a:t>[,,] Var=new </a:t>
            </a:r>
            <a:r>
              <a:rPr lang="es-MX" sz="2800" dirty="0" err="1">
                <a:solidFill>
                  <a:srgbClr val="FF0000"/>
                </a:solidFill>
              </a:rPr>
              <a:t>string</a:t>
            </a:r>
            <a:r>
              <a:rPr lang="es-MX" sz="2800" dirty="0">
                <a:solidFill>
                  <a:srgbClr val="FF0000"/>
                </a:solidFill>
              </a:rPr>
              <a:t>[3,2,5]</a:t>
            </a:r>
          </a:p>
        </p:txBody>
      </p:sp>
      <p:sp>
        <p:nvSpPr>
          <p:cNvPr id="35" name="Abrir llave 34">
            <a:extLst>
              <a:ext uri="{FF2B5EF4-FFF2-40B4-BE49-F238E27FC236}">
                <a16:creationId xmlns:a16="http://schemas.microsoft.com/office/drawing/2014/main" id="{79B16D76-2712-44DC-BD8B-4708054800D0}"/>
              </a:ext>
            </a:extLst>
          </p:cNvPr>
          <p:cNvSpPr/>
          <p:nvPr/>
        </p:nvSpPr>
        <p:spPr>
          <a:xfrm>
            <a:off x="1120015" y="1929006"/>
            <a:ext cx="206701" cy="11828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4626BC1-3F8B-42CE-A8FB-96683E79C4AC}"/>
              </a:ext>
            </a:extLst>
          </p:cNvPr>
          <p:cNvSpPr txBox="1"/>
          <p:nvPr/>
        </p:nvSpPr>
        <p:spPr>
          <a:xfrm>
            <a:off x="357399" y="2335752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 filas</a:t>
            </a:r>
          </a:p>
        </p:txBody>
      </p:sp>
      <p:sp>
        <p:nvSpPr>
          <p:cNvPr id="37" name="Abrir llave 36">
            <a:extLst>
              <a:ext uri="{FF2B5EF4-FFF2-40B4-BE49-F238E27FC236}">
                <a16:creationId xmlns:a16="http://schemas.microsoft.com/office/drawing/2014/main" id="{2B6C5C82-506B-4503-AC69-FE5BD375AF88}"/>
              </a:ext>
            </a:extLst>
          </p:cNvPr>
          <p:cNvSpPr/>
          <p:nvPr/>
        </p:nvSpPr>
        <p:spPr>
          <a:xfrm rot="7183184">
            <a:off x="4463169" y="692392"/>
            <a:ext cx="236148" cy="38027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41C5F9E-D5E1-45F3-8376-8AAED2B62AC4}"/>
              </a:ext>
            </a:extLst>
          </p:cNvPr>
          <p:cNvSpPr txBox="1"/>
          <p:nvPr/>
        </p:nvSpPr>
        <p:spPr>
          <a:xfrm rot="1783184">
            <a:off x="4147055" y="2130614"/>
            <a:ext cx="125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5 columnas</a:t>
            </a:r>
          </a:p>
        </p:txBody>
      </p:sp>
      <p:sp>
        <p:nvSpPr>
          <p:cNvPr id="39" name="Abrir llave 38">
            <a:extLst>
              <a:ext uri="{FF2B5EF4-FFF2-40B4-BE49-F238E27FC236}">
                <a16:creationId xmlns:a16="http://schemas.microsoft.com/office/drawing/2014/main" id="{C888AAB5-1A30-441E-9AA6-E4D7AF2659AB}"/>
              </a:ext>
            </a:extLst>
          </p:cNvPr>
          <p:cNvSpPr/>
          <p:nvPr/>
        </p:nvSpPr>
        <p:spPr>
          <a:xfrm rot="16200000">
            <a:off x="5314508" y="4470385"/>
            <a:ext cx="192846" cy="153910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887F7E3-EAF7-4B0D-B9FF-F543F24EE0A3}"/>
              </a:ext>
            </a:extLst>
          </p:cNvPr>
          <p:cNvSpPr txBox="1"/>
          <p:nvPr/>
        </p:nvSpPr>
        <p:spPr>
          <a:xfrm>
            <a:off x="4560590" y="5372459"/>
            <a:ext cx="180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 de profundidad</a:t>
            </a:r>
          </a:p>
        </p:txBody>
      </p:sp>
      <p:pic>
        <p:nvPicPr>
          <p:cNvPr id="42" name="Imagen 41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FD0FA5F4-8A42-4F87-9C95-79074E23D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14160" y="1927726"/>
            <a:ext cx="2570714" cy="2690680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E1DEF0A7-AD3E-4C28-8B2B-3CFC1D760AA3}"/>
              </a:ext>
            </a:extLst>
          </p:cNvPr>
          <p:cNvSpPr txBox="1"/>
          <p:nvPr/>
        </p:nvSpPr>
        <p:spPr>
          <a:xfrm>
            <a:off x="7213600" y="4618406"/>
            <a:ext cx="4978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Un arreglo de 3 dimensiones es semejante a un cubo Rubik, las siguientes dimensiones son conjuntos de las dimensiones anteriores.</a:t>
            </a:r>
          </a:p>
        </p:txBody>
      </p:sp>
    </p:spTree>
    <p:extLst>
      <p:ext uri="{BB962C8B-B14F-4D97-AF65-F5344CB8AC3E}">
        <p14:creationId xmlns:p14="http://schemas.microsoft.com/office/powerpoint/2010/main" val="298857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n 47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810CE38-CF1F-495D-A89F-014330107F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25830" y="1637946"/>
            <a:ext cx="649688" cy="680007"/>
          </a:xfrm>
          <a:prstGeom prst="rect">
            <a:avLst/>
          </a:prstGeom>
        </p:spPr>
      </p:pic>
      <p:pic>
        <p:nvPicPr>
          <p:cNvPr id="4" name="Imagen 3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53E0EC2-E4BB-493D-AF49-0183A59F4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230" y="1069771"/>
            <a:ext cx="649688" cy="680007"/>
          </a:xfrm>
          <a:prstGeom prst="rect">
            <a:avLst/>
          </a:prstGeom>
        </p:spPr>
      </p:pic>
      <p:pic>
        <p:nvPicPr>
          <p:cNvPr id="5" name="Imagen 4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C7562F92-AB30-4B98-86CF-E93ACD732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42918" y="1069771"/>
            <a:ext cx="649688" cy="680007"/>
          </a:xfrm>
          <a:prstGeom prst="rect">
            <a:avLst/>
          </a:prstGeom>
        </p:spPr>
      </p:pic>
      <p:pic>
        <p:nvPicPr>
          <p:cNvPr id="6" name="Imagen 5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C21A0E3D-3861-4E00-AA78-8BB78477F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42294" y="1069769"/>
            <a:ext cx="649688" cy="680007"/>
          </a:xfrm>
          <a:prstGeom prst="rect">
            <a:avLst/>
          </a:prstGeom>
        </p:spPr>
      </p:pic>
      <p:pic>
        <p:nvPicPr>
          <p:cNvPr id="7" name="Imagen 6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DFE80F4E-FED0-41FD-881A-B5C08252F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92606" y="1069770"/>
            <a:ext cx="649688" cy="68000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8F93C51-0425-43DC-A957-895739CC8E19}"/>
              </a:ext>
            </a:extLst>
          </p:cNvPr>
          <p:cNvSpPr/>
          <p:nvPr/>
        </p:nvSpPr>
        <p:spPr>
          <a:xfrm>
            <a:off x="0" y="0"/>
            <a:ext cx="521501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u="sng" dirty="0">
                <a:solidFill>
                  <a:srgbClr val="FF0000"/>
                </a:solidFill>
              </a:rPr>
              <a:t>Arreglo 4D </a:t>
            </a:r>
          </a:p>
          <a:p>
            <a:r>
              <a:rPr lang="es-MX" sz="2400" dirty="0"/>
              <a:t>	</a:t>
            </a:r>
            <a:r>
              <a:rPr lang="es-MX" sz="2400" dirty="0" err="1"/>
              <a:t>string</a:t>
            </a:r>
            <a:r>
              <a:rPr lang="es-MX" sz="2400" dirty="0"/>
              <a:t>[,,,] Var=new </a:t>
            </a:r>
            <a:r>
              <a:rPr lang="es-MX" sz="2400" dirty="0" err="1"/>
              <a:t>string</a:t>
            </a:r>
            <a:r>
              <a:rPr lang="es-MX" sz="2400" dirty="0"/>
              <a:t>[4,3,3,3]</a:t>
            </a:r>
          </a:p>
        </p:txBody>
      </p:sp>
      <p:pic>
        <p:nvPicPr>
          <p:cNvPr id="13" name="Imagen 12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A50C1D9D-B057-4CB5-A370-FEE4DD4B5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230" y="3473686"/>
            <a:ext cx="649688" cy="680007"/>
          </a:xfrm>
          <a:prstGeom prst="rect">
            <a:avLst/>
          </a:prstGeom>
        </p:spPr>
      </p:pic>
      <p:pic>
        <p:nvPicPr>
          <p:cNvPr id="15" name="Imagen 14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0E0630ED-3940-4775-8477-F0CB161CF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42918" y="3473686"/>
            <a:ext cx="649688" cy="680007"/>
          </a:xfrm>
          <a:prstGeom prst="rect">
            <a:avLst/>
          </a:prstGeom>
        </p:spPr>
      </p:pic>
      <p:pic>
        <p:nvPicPr>
          <p:cNvPr id="17" name="Imagen 16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D64D9C29-0C90-4592-9D5B-5185B51DB7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42294" y="3473684"/>
            <a:ext cx="649688" cy="680007"/>
          </a:xfrm>
          <a:prstGeom prst="rect">
            <a:avLst/>
          </a:prstGeom>
        </p:spPr>
      </p:pic>
      <p:pic>
        <p:nvPicPr>
          <p:cNvPr id="18" name="Imagen 17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88B6ABD1-C74B-4E97-93CE-A25AA6ED6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92606" y="3473685"/>
            <a:ext cx="649688" cy="680007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37C8B32A-74BA-4A6A-A6FF-1DE3F41C93EC}"/>
              </a:ext>
            </a:extLst>
          </p:cNvPr>
          <p:cNvSpPr/>
          <p:nvPr/>
        </p:nvSpPr>
        <p:spPr>
          <a:xfrm>
            <a:off x="0" y="2403915"/>
            <a:ext cx="552439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u="sng" dirty="0">
                <a:solidFill>
                  <a:srgbClr val="FF0000"/>
                </a:solidFill>
              </a:rPr>
              <a:t>Arreglo 5D </a:t>
            </a:r>
          </a:p>
          <a:p>
            <a:r>
              <a:rPr lang="es-MX" sz="2400" dirty="0"/>
              <a:t>	</a:t>
            </a:r>
            <a:r>
              <a:rPr lang="es-MX" sz="2400" dirty="0" err="1"/>
              <a:t>string</a:t>
            </a:r>
            <a:r>
              <a:rPr lang="es-MX" sz="2400" dirty="0"/>
              <a:t>[,,,,] Var=new </a:t>
            </a:r>
            <a:r>
              <a:rPr lang="es-MX" sz="2400" dirty="0" err="1"/>
              <a:t>string</a:t>
            </a:r>
            <a:r>
              <a:rPr lang="es-MX" sz="2400" dirty="0"/>
              <a:t>[4,4,3,3,3]</a:t>
            </a:r>
          </a:p>
        </p:txBody>
      </p:sp>
      <p:pic>
        <p:nvPicPr>
          <p:cNvPr id="20" name="Imagen 19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8DF5CE4-2EE5-4870-B7A3-D882CC130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230" y="4153693"/>
            <a:ext cx="649688" cy="680007"/>
          </a:xfrm>
          <a:prstGeom prst="rect">
            <a:avLst/>
          </a:prstGeom>
        </p:spPr>
      </p:pic>
      <p:pic>
        <p:nvPicPr>
          <p:cNvPr id="21" name="Imagen 20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5BF8FD96-86FA-4BFD-8E31-F5258871C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42918" y="4153693"/>
            <a:ext cx="649688" cy="680007"/>
          </a:xfrm>
          <a:prstGeom prst="rect">
            <a:avLst/>
          </a:prstGeom>
        </p:spPr>
      </p:pic>
      <p:pic>
        <p:nvPicPr>
          <p:cNvPr id="22" name="Imagen 21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4BBD382C-50DF-4474-816E-A6E683D44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42294" y="4153691"/>
            <a:ext cx="649688" cy="680007"/>
          </a:xfrm>
          <a:prstGeom prst="rect">
            <a:avLst/>
          </a:prstGeom>
        </p:spPr>
      </p:pic>
      <p:pic>
        <p:nvPicPr>
          <p:cNvPr id="23" name="Imagen 22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AC0015E-48E4-485E-A486-FE1054684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92606" y="4153692"/>
            <a:ext cx="649688" cy="680007"/>
          </a:xfrm>
          <a:prstGeom prst="rect">
            <a:avLst/>
          </a:prstGeom>
        </p:spPr>
      </p:pic>
      <p:pic>
        <p:nvPicPr>
          <p:cNvPr id="24" name="Imagen 23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7D585D1-61F7-4EA1-BDE0-AE84626AD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230" y="4833700"/>
            <a:ext cx="649688" cy="680007"/>
          </a:xfrm>
          <a:prstGeom prst="rect">
            <a:avLst/>
          </a:prstGeom>
        </p:spPr>
      </p:pic>
      <p:pic>
        <p:nvPicPr>
          <p:cNvPr id="25" name="Imagen 24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2C1815C0-82BE-49C6-96EB-04C93A320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42918" y="4833700"/>
            <a:ext cx="649688" cy="680007"/>
          </a:xfrm>
          <a:prstGeom prst="rect">
            <a:avLst/>
          </a:prstGeom>
        </p:spPr>
      </p:pic>
      <p:pic>
        <p:nvPicPr>
          <p:cNvPr id="26" name="Imagen 25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5C3D1A85-0043-4C60-A833-D1D83C277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42294" y="4833698"/>
            <a:ext cx="649688" cy="680007"/>
          </a:xfrm>
          <a:prstGeom prst="rect">
            <a:avLst/>
          </a:prstGeom>
        </p:spPr>
      </p:pic>
      <p:pic>
        <p:nvPicPr>
          <p:cNvPr id="27" name="Imagen 26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BADC4DE-836B-4769-9154-E8FFA7D30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92606" y="4833699"/>
            <a:ext cx="649688" cy="680007"/>
          </a:xfrm>
          <a:prstGeom prst="rect">
            <a:avLst/>
          </a:prstGeom>
        </p:spPr>
      </p:pic>
      <p:pic>
        <p:nvPicPr>
          <p:cNvPr id="28" name="Imagen 27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5B779C3F-755B-46BE-AC82-17CA4E31B7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230" y="5499143"/>
            <a:ext cx="649688" cy="680007"/>
          </a:xfrm>
          <a:prstGeom prst="rect">
            <a:avLst/>
          </a:prstGeom>
        </p:spPr>
      </p:pic>
      <p:pic>
        <p:nvPicPr>
          <p:cNvPr id="29" name="Imagen 28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E8E1FA3F-9110-4B3E-A739-75F5CBB5A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42918" y="5499143"/>
            <a:ext cx="649688" cy="680007"/>
          </a:xfrm>
          <a:prstGeom prst="rect">
            <a:avLst/>
          </a:prstGeom>
        </p:spPr>
      </p:pic>
      <p:pic>
        <p:nvPicPr>
          <p:cNvPr id="30" name="Imagen 29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4854DE4B-0AF1-468A-A0A5-5F65C0231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42294" y="5499141"/>
            <a:ext cx="649688" cy="680007"/>
          </a:xfrm>
          <a:prstGeom prst="rect">
            <a:avLst/>
          </a:prstGeom>
        </p:spPr>
      </p:pic>
      <p:pic>
        <p:nvPicPr>
          <p:cNvPr id="31" name="Imagen 30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8AF66142-2E4C-458B-9088-C34CD4CFA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92606" y="5499142"/>
            <a:ext cx="649688" cy="680007"/>
          </a:xfrm>
          <a:prstGeom prst="rect">
            <a:avLst/>
          </a:prstGeom>
        </p:spPr>
      </p:pic>
      <p:pic>
        <p:nvPicPr>
          <p:cNvPr id="64" name="Imagen 63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359C40EA-58F7-4E83-A550-CAE2CD489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75518" y="1637944"/>
            <a:ext cx="649688" cy="680007"/>
          </a:xfrm>
          <a:prstGeom prst="rect">
            <a:avLst/>
          </a:prstGeom>
        </p:spPr>
      </p:pic>
      <p:pic>
        <p:nvPicPr>
          <p:cNvPr id="65" name="Imagen 64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74827A6D-E206-4290-8B67-735ACE6058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25206" y="1637942"/>
            <a:ext cx="649688" cy="680007"/>
          </a:xfrm>
          <a:prstGeom prst="rect">
            <a:avLst/>
          </a:prstGeom>
        </p:spPr>
      </p:pic>
      <p:pic>
        <p:nvPicPr>
          <p:cNvPr id="66" name="Imagen 65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3637A2B7-7BBC-4E0F-8CEE-0A053682E0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74894" y="1637940"/>
            <a:ext cx="649688" cy="680007"/>
          </a:xfrm>
          <a:prstGeom prst="rect">
            <a:avLst/>
          </a:prstGeom>
        </p:spPr>
      </p:pic>
      <p:pic>
        <p:nvPicPr>
          <p:cNvPr id="67" name="Imagen 66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1410CC9-4D4A-40F8-BDA9-420EAD71AFC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25830" y="2317953"/>
            <a:ext cx="649688" cy="680007"/>
          </a:xfrm>
          <a:prstGeom prst="rect">
            <a:avLst/>
          </a:prstGeom>
        </p:spPr>
      </p:pic>
      <p:pic>
        <p:nvPicPr>
          <p:cNvPr id="68" name="Imagen 67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DF2FB8D-C6FC-4FD6-BDAC-07C10DAD25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75518" y="2317951"/>
            <a:ext cx="649688" cy="680007"/>
          </a:xfrm>
          <a:prstGeom prst="rect">
            <a:avLst/>
          </a:prstGeom>
        </p:spPr>
      </p:pic>
      <p:pic>
        <p:nvPicPr>
          <p:cNvPr id="69" name="Imagen 68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0608AAD1-B143-4C84-B610-35E4373B9E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25206" y="2317949"/>
            <a:ext cx="649688" cy="680007"/>
          </a:xfrm>
          <a:prstGeom prst="rect">
            <a:avLst/>
          </a:prstGeom>
        </p:spPr>
      </p:pic>
      <p:pic>
        <p:nvPicPr>
          <p:cNvPr id="70" name="Imagen 69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0291EC0F-FB6B-49B4-BC5C-1A0ADA2EE3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74894" y="2317947"/>
            <a:ext cx="649688" cy="680007"/>
          </a:xfrm>
          <a:prstGeom prst="rect">
            <a:avLst/>
          </a:prstGeom>
        </p:spPr>
      </p:pic>
      <p:pic>
        <p:nvPicPr>
          <p:cNvPr id="71" name="Imagen 70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69B9A19B-78E6-493B-9EA5-BDBEF56B27C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13592" y="2997958"/>
            <a:ext cx="649688" cy="680007"/>
          </a:xfrm>
          <a:prstGeom prst="rect">
            <a:avLst/>
          </a:prstGeom>
        </p:spPr>
      </p:pic>
      <p:pic>
        <p:nvPicPr>
          <p:cNvPr id="72" name="Imagen 71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042FB2A2-F16F-4749-BAEF-08E6666F04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63280" y="2997956"/>
            <a:ext cx="649688" cy="680007"/>
          </a:xfrm>
          <a:prstGeom prst="rect">
            <a:avLst/>
          </a:prstGeom>
        </p:spPr>
      </p:pic>
      <p:pic>
        <p:nvPicPr>
          <p:cNvPr id="73" name="Imagen 72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700DBA6E-FA0E-4C1F-8B8C-123502FD2D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12968" y="2997954"/>
            <a:ext cx="649688" cy="680007"/>
          </a:xfrm>
          <a:prstGeom prst="rect">
            <a:avLst/>
          </a:prstGeom>
        </p:spPr>
      </p:pic>
      <p:pic>
        <p:nvPicPr>
          <p:cNvPr id="74" name="Imagen 73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9CFF4B9D-EDFE-4BFB-9D0B-6CC2353465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62656" y="2997952"/>
            <a:ext cx="649688" cy="680007"/>
          </a:xfrm>
          <a:prstGeom prst="rect">
            <a:avLst/>
          </a:prstGeom>
        </p:spPr>
      </p:pic>
      <p:pic>
        <p:nvPicPr>
          <p:cNvPr id="75" name="Imagen 74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275ACD2E-7A6B-4B77-A3FE-3ECA84A812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13592" y="3682224"/>
            <a:ext cx="649688" cy="680007"/>
          </a:xfrm>
          <a:prstGeom prst="rect">
            <a:avLst/>
          </a:prstGeom>
        </p:spPr>
      </p:pic>
      <p:pic>
        <p:nvPicPr>
          <p:cNvPr id="76" name="Imagen 75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60A02909-FE7C-499E-A0E2-5FCDC02E41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63280" y="3682222"/>
            <a:ext cx="649688" cy="680007"/>
          </a:xfrm>
          <a:prstGeom prst="rect">
            <a:avLst/>
          </a:prstGeom>
        </p:spPr>
      </p:pic>
      <p:pic>
        <p:nvPicPr>
          <p:cNvPr id="77" name="Imagen 76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3A37AA7C-3942-47AD-AF47-E17FC1AA43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12968" y="3682220"/>
            <a:ext cx="649688" cy="680007"/>
          </a:xfrm>
          <a:prstGeom prst="rect">
            <a:avLst/>
          </a:prstGeom>
        </p:spPr>
      </p:pic>
      <p:pic>
        <p:nvPicPr>
          <p:cNvPr id="78" name="Imagen 77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2FB5A2F0-AAEF-4DD5-87C9-1178906A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62656" y="3682218"/>
            <a:ext cx="649688" cy="680007"/>
          </a:xfrm>
          <a:prstGeom prst="rect">
            <a:avLst/>
          </a:prstGeom>
        </p:spPr>
      </p:pic>
      <p:pic>
        <p:nvPicPr>
          <p:cNvPr id="79" name="Imagen 78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1178455A-D970-453D-9C4E-322FE1951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73633" y="1977943"/>
            <a:ext cx="649688" cy="680007"/>
          </a:xfrm>
          <a:prstGeom prst="rect">
            <a:avLst/>
          </a:prstGeom>
        </p:spPr>
      </p:pic>
      <p:pic>
        <p:nvPicPr>
          <p:cNvPr id="80" name="Imagen 79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EF821110-0573-41C8-9C6E-C7E01A73A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23321" y="1977943"/>
            <a:ext cx="649688" cy="680007"/>
          </a:xfrm>
          <a:prstGeom prst="rect">
            <a:avLst/>
          </a:prstGeom>
        </p:spPr>
      </p:pic>
      <p:pic>
        <p:nvPicPr>
          <p:cNvPr id="81" name="Imagen 80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35E4B782-563A-4B51-9527-750241336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22697" y="1977941"/>
            <a:ext cx="649688" cy="680007"/>
          </a:xfrm>
          <a:prstGeom prst="rect">
            <a:avLst/>
          </a:prstGeom>
        </p:spPr>
      </p:pic>
      <p:pic>
        <p:nvPicPr>
          <p:cNvPr id="82" name="Imagen 81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0277AF02-5521-44B3-AA1D-B2130F3A2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73009" y="1977942"/>
            <a:ext cx="649688" cy="680007"/>
          </a:xfrm>
          <a:prstGeom prst="rect">
            <a:avLst/>
          </a:prstGeom>
        </p:spPr>
      </p:pic>
      <p:pic>
        <p:nvPicPr>
          <p:cNvPr id="83" name="Imagen 82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3A95AE4-45AF-4DBF-829E-B55ABD294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73633" y="2657950"/>
            <a:ext cx="649688" cy="680007"/>
          </a:xfrm>
          <a:prstGeom prst="rect">
            <a:avLst/>
          </a:prstGeom>
        </p:spPr>
      </p:pic>
      <p:pic>
        <p:nvPicPr>
          <p:cNvPr id="84" name="Imagen 83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166E10C5-F783-41E8-AF26-06464D8EA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23321" y="2657950"/>
            <a:ext cx="649688" cy="680007"/>
          </a:xfrm>
          <a:prstGeom prst="rect">
            <a:avLst/>
          </a:prstGeom>
        </p:spPr>
      </p:pic>
      <p:pic>
        <p:nvPicPr>
          <p:cNvPr id="85" name="Imagen 84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624EE001-E1E0-4515-97E4-9E978F1E2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22697" y="2657948"/>
            <a:ext cx="649688" cy="680007"/>
          </a:xfrm>
          <a:prstGeom prst="rect">
            <a:avLst/>
          </a:prstGeom>
        </p:spPr>
      </p:pic>
      <p:pic>
        <p:nvPicPr>
          <p:cNvPr id="86" name="Imagen 85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A530C7BD-09B0-40EC-91AA-6455A3E22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73009" y="2657949"/>
            <a:ext cx="649688" cy="680007"/>
          </a:xfrm>
          <a:prstGeom prst="rect">
            <a:avLst/>
          </a:prstGeom>
        </p:spPr>
      </p:pic>
      <p:pic>
        <p:nvPicPr>
          <p:cNvPr id="87" name="Imagen 86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19CD02F0-604F-4747-8B5B-19805E847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73633" y="3337957"/>
            <a:ext cx="649688" cy="680007"/>
          </a:xfrm>
          <a:prstGeom prst="rect">
            <a:avLst/>
          </a:prstGeom>
        </p:spPr>
      </p:pic>
      <p:pic>
        <p:nvPicPr>
          <p:cNvPr id="88" name="Imagen 87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37BA929D-FFAA-4EF5-8795-7EE0E7EE7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23321" y="3337957"/>
            <a:ext cx="649688" cy="680007"/>
          </a:xfrm>
          <a:prstGeom prst="rect">
            <a:avLst/>
          </a:prstGeom>
        </p:spPr>
      </p:pic>
      <p:pic>
        <p:nvPicPr>
          <p:cNvPr id="89" name="Imagen 88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09272C7C-1CEB-4492-8E30-2E0ABE5B3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22697" y="3337955"/>
            <a:ext cx="649688" cy="680007"/>
          </a:xfrm>
          <a:prstGeom prst="rect">
            <a:avLst/>
          </a:prstGeom>
        </p:spPr>
      </p:pic>
      <p:pic>
        <p:nvPicPr>
          <p:cNvPr id="90" name="Imagen 89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2D2529F1-B62D-4674-84BD-A319E59F5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73009" y="3337956"/>
            <a:ext cx="649688" cy="680007"/>
          </a:xfrm>
          <a:prstGeom prst="rect">
            <a:avLst/>
          </a:prstGeom>
        </p:spPr>
      </p:pic>
      <p:pic>
        <p:nvPicPr>
          <p:cNvPr id="91" name="Imagen 90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56573F1E-7891-4BAE-9DF5-344271B24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73633" y="4003400"/>
            <a:ext cx="649688" cy="680007"/>
          </a:xfrm>
          <a:prstGeom prst="rect">
            <a:avLst/>
          </a:prstGeom>
        </p:spPr>
      </p:pic>
      <p:pic>
        <p:nvPicPr>
          <p:cNvPr id="92" name="Imagen 91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B0357140-2CF9-4D0F-ACA4-5755AB78A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23321" y="4003400"/>
            <a:ext cx="649688" cy="680007"/>
          </a:xfrm>
          <a:prstGeom prst="rect">
            <a:avLst/>
          </a:prstGeom>
        </p:spPr>
      </p:pic>
      <p:pic>
        <p:nvPicPr>
          <p:cNvPr id="93" name="Imagen 92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D586840D-DD87-4749-8813-4F268D637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22697" y="4003398"/>
            <a:ext cx="649688" cy="680007"/>
          </a:xfrm>
          <a:prstGeom prst="rect">
            <a:avLst/>
          </a:prstGeom>
        </p:spPr>
      </p:pic>
      <p:pic>
        <p:nvPicPr>
          <p:cNvPr id="94" name="Imagen 93" descr="Imagen que contiene edificio, ventana&#10;&#10;Descripción generada automáticamente">
            <a:extLst>
              <a:ext uri="{FF2B5EF4-FFF2-40B4-BE49-F238E27FC236}">
                <a16:creationId xmlns:a16="http://schemas.microsoft.com/office/drawing/2014/main" id="{7C16A3DF-EBC3-46CC-9F41-F7D2CD766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73009" y="4003399"/>
            <a:ext cx="649688" cy="680007"/>
          </a:xfrm>
          <a:prstGeom prst="rect">
            <a:avLst/>
          </a:prstGeom>
        </p:spPr>
      </p:pic>
      <p:sp>
        <p:nvSpPr>
          <p:cNvPr id="95" name="Rectángulo 94">
            <a:extLst>
              <a:ext uri="{FF2B5EF4-FFF2-40B4-BE49-F238E27FC236}">
                <a16:creationId xmlns:a16="http://schemas.microsoft.com/office/drawing/2014/main" id="{ACA523D5-19C1-4154-8C71-97CB524095C6}"/>
              </a:ext>
            </a:extLst>
          </p:cNvPr>
          <p:cNvSpPr/>
          <p:nvPr/>
        </p:nvSpPr>
        <p:spPr>
          <a:xfrm>
            <a:off x="6255496" y="4697969"/>
            <a:ext cx="583377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u="sng" dirty="0">
                <a:solidFill>
                  <a:srgbClr val="FF0000"/>
                </a:solidFill>
              </a:rPr>
              <a:t>Arreglo 6D </a:t>
            </a:r>
          </a:p>
          <a:p>
            <a:r>
              <a:rPr lang="es-MX" sz="2400" dirty="0"/>
              <a:t>	</a:t>
            </a:r>
            <a:r>
              <a:rPr lang="es-MX" sz="2400" dirty="0" err="1"/>
              <a:t>string</a:t>
            </a:r>
            <a:r>
              <a:rPr lang="es-MX" sz="2400" dirty="0"/>
              <a:t>[,,,,,] Var=new </a:t>
            </a:r>
            <a:r>
              <a:rPr lang="es-MX" sz="2400" dirty="0" err="1"/>
              <a:t>string</a:t>
            </a:r>
            <a:r>
              <a:rPr lang="es-MX" sz="2400" dirty="0"/>
              <a:t>[2,4,4,3,3,3]</a:t>
            </a:r>
          </a:p>
        </p:txBody>
      </p:sp>
    </p:spTree>
    <p:extLst>
      <p:ext uri="{BB962C8B-B14F-4D97-AF65-F5344CB8AC3E}">
        <p14:creationId xmlns:p14="http://schemas.microsoft.com/office/powerpoint/2010/main" val="3422854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465</Words>
  <Application>Microsoft Office PowerPoint</Application>
  <PresentationFormat>Panorámica</PresentationFormat>
  <Paragraphs>137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Edgar Avalos Gauna</dc:creator>
  <cp:lastModifiedBy>Edgar Avalos Gauna</cp:lastModifiedBy>
  <cp:revision>12</cp:revision>
  <dcterms:created xsi:type="dcterms:W3CDTF">2020-05-05T14:51:46Z</dcterms:created>
  <dcterms:modified xsi:type="dcterms:W3CDTF">2020-05-05T16:55:31Z</dcterms:modified>
</cp:coreProperties>
</file>